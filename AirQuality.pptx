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alabeloo" panose="020B0604020202020204" charset="-78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Glacial Indifference" panose="020B0604020202020204" charset="0"/>
      <p:regular r:id="rId18"/>
    </p:embeddedFont>
    <p:embeddedFont>
      <p:font typeface="Glacial Indifference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8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5" Type="http://schemas.openxmlformats.org/officeDocument/2006/relationships/image" Target="../media/image12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6.sv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4.jpeg"/><Relationship Id="rId5" Type="http://schemas.openxmlformats.org/officeDocument/2006/relationships/image" Target="../media/image8.svg"/><Relationship Id="rId10" Type="http://schemas.openxmlformats.org/officeDocument/2006/relationships/image" Target="../media/image23.jpeg"/><Relationship Id="rId4" Type="http://schemas.openxmlformats.org/officeDocument/2006/relationships/image" Target="../media/image7.png"/><Relationship Id="rId9" Type="http://schemas.openxmlformats.org/officeDocument/2006/relationships/image" Target="../media/image22.jpe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3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31.jpeg"/><Relationship Id="rId5" Type="http://schemas.openxmlformats.org/officeDocument/2006/relationships/image" Target="../media/image8.svg"/><Relationship Id="rId10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3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35.jpeg"/><Relationship Id="rId5" Type="http://schemas.openxmlformats.org/officeDocument/2006/relationships/image" Target="../media/image8.svg"/><Relationship Id="rId10" Type="http://schemas.openxmlformats.org/officeDocument/2006/relationships/image" Target="../media/image34.jpe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0.jpeg"/><Relationship Id="rId5" Type="http://schemas.openxmlformats.org/officeDocument/2006/relationships/image" Target="../media/image8.svg"/><Relationship Id="rId10" Type="http://schemas.openxmlformats.org/officeDocument/2006/relationships/image" Target="../media/image39.jpeg"/><Relationship Id="rId4" Type="http://schemas.openxmlformats.org/officeDocument/2006/relationships/image" Target="../media/image7.png"/><Relationship Id="rId9" Type="http://schemas.openxmlformats.org/officeDocument/2006/relationships/image" Target="../media/image3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4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3.jpeg"/><Relationship Id="rId5" Type="http://schemas.openxmlformats.org/officeDocument/2006/relationships/image" Target="../media/image8.svg"/><Relationship Id="rId10" Type="http://schemas.openxmlformats.org/officeDocument/2006/relationships/image" Target="../media/image42.jpe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4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7.jpeg"/><Relationship Id="rId5" Type="http://schemas.openxmlformats.org/officeDocument/2006/relationships/image" Target="../media/image8.svg"/><Relationship Id="rId10" Type="http://schemas.openxmlformats.org/officeDocument/2006/relationships/image" Target="../media/image46.jpeg"/><Relationship Id="rId4" Type="http://schemas.openxmlformats.org/officeDocument/2006/relationships/image" Target="../media/image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13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12" Type="http://schemas.openxmlformats.org/officeDocument/2006/relationships/image" Target="../media/image5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30.png"/><Relationship Id="rId5" Type="http://schemas.openxmlformats.org/officeDocument/2006/relationships/image" Target="../media/image8.svg"/><Relationship Id="rId10" Type="http://schemas.openxmlformats.org/officeDocument/2006/relationships/image" Target="../media/image51.jpeg"/><Relationship Id="rId4" Type="http://schemas.openxmlformats.org/officeDocument/2006/relationships/image" Target="../media/image7.png"/><Relationship Id="rId9" Type="http://schemas.openxmlformats.org/officeDocument/2006/relationships/image" Target="../media/image5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4.svg"/><Relationship Id="rId5" Type="http://schemas.openxmlformats.org/officeDocument/2006/relationships/image" Target="../media/image2.svg"/><Relationship Id="rId10" Type="http://schemas.openxmlformats.org/officeDocument/2006/relationships/image" Target="../media/image53.pn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8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6.svg"/><Relationship Id="rId5" Type="http://schemas.openxmlformats.org/officeDocument/2006/relationships/image" Target="../media/image6.svg"/><Relationship Id="rId15" Type="http://schemas.openxmlformats.org/officeDocument/2006/relationships/image" Target="../media/image60.svg"/><Relationship Id="rId10" Type="http://schemas.openxmlformats.org/officeDocument/2006/relationships/image" Target="../media/image55.png"/><Relationship Id="rId4" Type="http://schemas.openxmlformats.org/officeDocument/2006/relationships/image" Target="../media/image5.png"/><Relationship Id="rId9" Type="http://schemas.openxmlformats.org/officeDocument/2006/relationships/image" Target="../media/image14.svg"/><Relationship Id="rId1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6.png"/><Relationship Id="rId3" Type="http://schemas.openxmlformats.org/officeDocument/2006/relationships/image" Target="../media/image62.svg"/><Relationship Id="rId7" Type="http://schemas.openxmlformats.org/officeDocument/2006/relationships/image" Target="../media/image8.svg"/><Relationship Id="rId12" Type="http://schemas.openxmlformats.org/officeDocument/2006/relationships/image" Target="../media/image65.png"/><Relationship Id="rId2" Type="http://schemas.openxmlformats.org/officeDocument/2006/relationships/image" Target="../media/image61.png"/><Relationship Id="rId16" Type="http://schemas.openxmlformats.org/officeDocument/2006/relationships/image" Target="../media/image6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4.svg"/><Relationship Id="rId5" Type="http://schemas.openxmlformats.org/officeDocument/2006/relationships/image" Target="../media/image2.sv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1.png"/><Relationship Id="rId9" Type="http://schemas.openxmlformats.org/officeDocument/2006/relationships/image" Target="../media/image14.svg"/><Relationship Id="rId14" Type="http://schemas.openxmlformats.org/officeDocument/2006/relationships/image" Target="../media/image6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71147" y="5039570"/>
            <a:ext cx="4002260" cy="709124"/>
            <a:chOff x="0" y="0"/>
            <a:chExt cx="959740" cy="1700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9740" cy="170047"/>
            </a:xfrm>
            <a:custGeom>
              <a:avLst/>
              <a:gdLst/>
              <a:ahLst/>
              <a:cxnLst/>
              <a:rect l="l" t="t" r="r" b="b"/>
              <a:pathLst>
                <a:path w="959740" h="170047">
                  <a:moveTo>
                    <a:pt x="59966" y="0"/>
                  </a:moveTo>
                  <a:lnTo>
                    <a:pt x="899774" y="0"/>
                  </a:lnTo>
                  <a:cubicBezTo>
                    <a:pt x="915678" y="0"/>
                    <a:pt x="930930" y="6318"/>
                    <a:pt x="942176" y="17564"/>
                  </a:cubicBezTo>
                  <a:cubicBezTo>
                    <a:pt x="953422" y="28809"/>
                    <a:pt x="959740" y="44062"/>
                    <a:pt x="959740" y="59966"/>
                  </a:cubicBezTo>
                  <a:lnTo>
                    <a:pt x="959740" y="110081"/>
                  </a:lnTo>
                  <a:cubicBezTo>
                    <a:pt x="959740" y="125985"/>
                    <a:pt x="953422" y="141238"/>
                    <a:pt x="942176" y="152484"/>
                  </a:cubicBezTo>
                  <a:cubicBezTo>
                    <a:pt x="930930" y="163730"/>
                    <a:pt x="915678" y="170047"/>
                    <a:pt x="899774" y="170047"/>
                  </a:cubicBezTo>
                  <a:lnTo>
                    <a:pt x="59966" y="170047"/>
                  </a:lnTo>
                  <a:cubicBezTo>
                    <a:pt x="44062" y="170047"/>
                    <a:pt x="28809" y="163730"/>
                    <a:pt x="17564" y="152484"/>
                  </a:cubicBezTo>
                  <a:cubicBezTo>
                    <a:pt x="6318" y="141238"/>
                    <a:pt x="0" y="125985"/>
                    <a:pt x="0" y="110081"/>
                  </a:cubicBezTo>
                  <a:lnTo>
                    <a:pt x="0" y="59966"/>
                  </a:lnTo>
                  <a:cubicBezTo>
                    <a:pt x="0" y="44062"/>
                    <a:pt x="6318" y="28809"/>
                    <a:pt x="17564" y="17564"/>
                  </a:cubicBezTo>
                  <a:cubicBezTo>
                    <a:pt x="28809" y="6318"/>
                    <a:pt x="44062" y="0"/>
                    <a:pt x="599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9740" cy="217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12271" y="6193992"/>
            <a:ext cx="15537611" cy="2789735"/>
          </a:xfrm>
          <a:custGeom>
            <a:avLst/>
            <a:gdLst/>
            <a:ahLst/>
            <a:cxnLst/>
            <a:rect l="l" t="t" r="r" b="b"/>
            <a:pathLst>
              <a:path w="15537611" h="2789735">
                <a:moveTo>
                  <a:pt x="0" y="0"/>
                </a:moveTo>
                <a:lnTo>
                  <a:pt x="15537611" y="0"/>
                </a:lnTo>
                <a:lnTo>
                  <a:pt x="15537611" y="2789735"/>
                </a:lnTo>
                <a:lnTo>
                  <a:pt x="0" y="2789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44249" y="2079400"/>
            <a:ext cx="6645544" cy="6904327"/>
          </a:xfrm>
          <a:custGeom>
            <a:avLst/>
            <a:gdLst/>
            <a:ahLst/>
            <a:cxnLst/>
            <a:rect l="l" t="t" r="r" b="b"/>
            <a:pathLst>
              <a:path w="6645544" h="6904327">
                <a:moveTo>
                  <a:pt x="0" y="0"/>
                </a:moveTo>
                <a:lnTo>
                  <a:pt x="6645544" y="0"/>
                </a:lnTo>
                <a:lnTo>
                  <a:pt x="6645544" y="6904327"/>
                </a:lnTo>
                <a:lnTo>
                  <a:pt x="0" y="6904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70721" y="2552731"/>
            <a:ext cx="4755811" cy="7282523"/>
          </a:xfrm>
          <a:custGeom>
            <a:avLst/>
            <a:gdLst/>
            <a:ahLst/>
            <a:cxnLst/>
            <a:rect l="l" t="t" r="r" b="b"/>
            <a:pathLst>
              <a:path w="4755811" h="7282523">
                <a:moveTo>
                  <a:pt x="0" y="0"/>
                </a:moveTo>
                <a:lnTo>
                  <a:pt x="4755811" y="0"/>
                </a:lnTo>
                <a:lnTo>
                  <a:pt x="4755811" y="7282523"/>
                </a:lnTo>
                <a:lnTo>
                  <a:pt x="0" y="72825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14063" y="8658238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9587" y="5407143"/>
            <a:ext cx="3372081" cy="3197637"/>
          </a:xfrm>
          <a:custGeom>
            <a:avLst/>
            <a:gdLst/>
            <a:ahLst/>
            <a:cxnLst/>
            <a:rect l="l" t="t" r="r" b="b"/>
            <a:pathLst>
              <a:path w="3372081" h="3197637">
                <a:moveTo>
                  <a:pt x="0" y="0"/>
                </a:moveTo>
                <a:lnTo>
                  <a:pt x="3372080" y="0"/>
                </a:lnTo>
                <a:lnTo>
                  <a:pt x="3372080" y="3197636"/>
                </a:lnTo>
                <a:lnTo>
                  <a:pt x="0" y="3197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3468887" y="6729769"/>
            <a:ext cx="8004520" cy="3012610"/>
          </a:xfrm>
          <a:custGeom>
            <a:avLst/>
            <a:gdLst/>
            <a:ahLst/>
            <a:cxnLst/>
            <a:rect l="l" t="t" r="r" b="b"/>
            <a:pathLst>
              <a:path w="8004520" h="3012610">
                <a:moveTo>
                  <a:pt x="8004520" y="0"/>
                </a:moveTo>
                <a:lnTo>
                  <a:pt x="0" y="0"/>
                </a:lnTo>
                <a:lnTo>
                  <a:pt x="0" y="3012610"/>
                </a:lnTo>
                <a:lnTo>
                  <a:pt x="8004520" y="3012610"/>
                </a:lnTo>
                <a:lnTo>
                  <a:pt x="800452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14063" y="124357"/>
            <a:ext cx="5536160" cy="2250077"/>
          </a:xfrm>
          <a:custGeom>
            <a:avLst/>
            <a:gdLst/>
            <a:ahLst/>
            <a:cxnLst/>
            <a:rect l="l" t="t" r="r" b="b"/>
            <a:pathLst>
              <a:path w="5536160" h="2250077">
                <a:moveTo>
                  <a:pt x="0" y="0"/>
                </a:moveTo>
                <a:lnTo>
                  <a:pt x="5536159" y="0"/>
                </a:lnTo>
                <a:lnTo>
                  <a:pt x="5536159" y="2250076"/>
                </a:lnTo>
                <a:lnTo>
                  <a:pt x="0" y="2250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3534569" y="124357"/>
            <a:ext cx="5536160" cy="2250077"/>
          </a:xfrm>
          <a:custGeom>
            <a:avLst/>
            <a:gdLst/>
            <a:ahLst/>
            <a:cxnLst/>
            <a:rect l="l" t="t" r="r" b="b"/>
            <a:pathLst>
              <a:path w="5536160" h="2250077">
                <a:moveTo>
                  <a:pt x="5536159" y="0"/>
                </a:moveTo>
                <a:lnTo>
                  <a:pt x="0" y="0"/>
                </a:lnTo>
                <a:lnTo>
                  <a:pt x="0" y="2250076"/>
                </a:lnTo>
                <a:lnTo>
                  <a:pt x="5536159" y="2250076"/>
                </a:lnTo>
                <a:lnTo>
                  <a:pt x="5536159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51667" y="1424428"/>
            <a:ext cx="10302086" cy="283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5"/>
              </a:lnSpc>
              <a:spcBef>
                <a:spcPct val="0"/>
              </a:spcBef>
            </a:pPr>
            <a:r>
              <a:rPr lang="en-US" sz="16532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AIR QUALITY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34612" y="5100068"/>
            <a:ext cx="9336196" cy="547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1"/>
              </a:lnSpc>
              <a:spcBef>
                <a:spcPct val="0"/>
              </a:spcBef>
            </a:pPr>
            <a:r>
              <a:rPr lang="en-US" sz="3194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Mariam Tarek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51667" y="3098333"/>
            <a:ext cx="10302086" cy="225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32"/>
              </a:lnSpc>
              <a:spcBef>
                <a:spcPct val="0"/>
              </a:spcBef>
            </a:pPr>
            <a:r>
              <a:rPr lang="en-US" sz="13165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1376" y="7138713"/>
            <a:ext cx="14502653" cy="2603911"/>
          </a:xfrm>
          <a:custGeom>
            <a:avLst/>
            <a:gdLst/>
            <a:ahLst/>
            <a:cxnLst/>
            <a:rect l="l" t="t" r="r" b="b"/>
            <a:pathLst>
              <a:path w="14502653" h="2603911">
                <a:moveTo>
                  <a:pt x="0" y="0"/>
                </a:moveTo>
                <a:lnTo>
                  <a:pt x="14502653" y="0"/>
                </a:lnTo>
                <a:lnTo>
                  <a:pt x="14502653" y="2603911"/>
                </a:lnTo>
                <a:lnTo>
                  <a:pt x="0" y="2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56024" y="3262512"/>
            <a:ext cx="4899090" cy="7501924"/>
          </a:xfrm>
          <a:custGeom>
            <a:avLst/>
            <a:gdLst/>
            <a:ahLst/>
            <a:cxnLst/>
            <a:rect l="l" t="t" r="r" b="b"/>
            <a:pathLst>
              <a:path w="4899090" h="7501924">
                <a:moveTo>
                  <a:pt x="0" y="0"/>
                </a:moveTo>
                <a:lnTo>
                  <a:pt x="4899090" y="0"/>
                </a:lnTo>
                <a:lnTo>
                  <a:pt x="4899090" y="7501924"/>
                </a:lnTo>
                <a:lnTo>
                  <a:pt x="0" y="7501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14063" y="9650308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56629" y="-2123605"/>
            <a:ext cx="6764648" cy="11773912"/>
          </a:xfrm>
          <a:custGeom>
            <a:avLst/>
            <a:gdLst/>
            <a:ahLst/>
            <a:cxnLst/>
            <a:rect l="l" t="t" r="r" b="b"/>
            <a:pathLst>
              <a:path w="6764648" h="11773912">
                <a:moveTo>
                  <a:pt x="0" y="0"/>
                </a:moveTo>
                <a:lnTo>
                  <a:pt x="6764648" y="0"/>
                </a:lnTo>
                <a:lnTo>
                  <a:pt x="6764648" y="11773913"/>
                </a:lnTo>
                <a:lnTo>
                  <a:pt x="0" y="117739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7209" y="3021939"/>
            <a:ext cx="7279751" cy="4944605"/>
            <a:chOff x="0" y="0"/>
            <a:chExt cx="1467068" cy="9964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7068" cy="996473"/>
            </a:xfrm>
            <a:custGeom>
              <a:avLst/>
              <a:gdLst/>
              <a:ahLst/>
              <a:cxnLst/>
              <a:rect l="l" t="t" r="r" b="b"/>
              <a:pathLst>
                <a:path w="1467068" h="996473">
                  <a:moveTo>
                    <a:pt x="15952" y="0"/>
                  </a:moveTo>
                  <a:lnTo>
                    <a:pt x="1451116" y="0"/>
                  </a:lnTo>
                  <a:cubicBezTo>
                    <a:pt x="1455346" y="0"/>
                    <a:pt x="1459404" y="1681"/>
                    <a:pt x="1462396" y="4672"/>
                  </a:cubicBezTo>
                  <a:cubicBezTo>
                    <a:pt x="1465387" y="7664"/>
                    <a:pt x="1467068" y="11721"/>
                    <a:pt x="1467068" y="15952"/>
                  </a:cubicBezTo>
                  <a:lnTo>
                    <a:pt x="1467068" y="980520"/>
                  </a:lnTo>
                  <a:cubicBezTo>
                    <a:pt x="1467068" y="989331"/>
                    <a:pt x="1459926" y="996473"/>
                    <a:pt x="1451116" y="996473"/>
                  </a:cubicBezTo>
                  <a:lnTo>
                    <a:pt x="15952" y="996473"/>
                  </a:lnTo>
                  <a:cubicBezTo>
                    <a:pt x="11721" y="996473"/>
                    <a:pt x="7664" y="994792"/>
                    <a:pt x="4672" y="991800"/>
                  </a:cubicBezTo>
                  <a:cubicBezTo>
                    <a:pt x="1681" y="988809"/>
                    <a:pt x="0" y="984751"/>
                    <a:pt x="0" y="980520"/>
                  </a:cubicBezTo>
                  <a:lnTo>
                    <a:pt x="0" y="15952"/>
                  </a:lnTo>
                  <a:cubicBezTo>
                    <a:pt x="0" y="11721"/>
                    <a:pt x="1681" y="7664"/>
                    <a:pt x="4672" y="4672"/>
                  </a:cubicBezTo>
                  <a:cubicBezTo>
                    <a:pt x="7664" y="1681"/>
                    <a:pt x="11721" y="0"/>
                    <a:pt x="15952" y="0"/>
                  </a:cubicBezTo>
                  <a:close/>
                </a:path>
              </a:pathLst>
            </a:custGeom>
            <a:solidFill>
              <a:srgbClr val="FAFD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7068" cy="1044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3302484" y="-1686883"/>
            <a:ext cx="6764648" cy="11773912"/>
          </a:xfrm>
          <a:custGeom>
            <a:avLst/>
            <a:gdLst/>
            <a:ahLst/>
            <a:cxnLst/>
            <a:rect l="l" t="t" r="r" b="b"/>
            <a:pathLst>
              <a:path w="6764648" h="11773912">
                <a:moveTo>
                  <a:pt x="6764648" y="0"/>
                </a:moveTo>
                <a:lnTo>
                  <a:pt x="0" y="0"/>
                </a:lnTo>
                <a:lnTo>
                  <a:pt x="0" y="11773912"/>
                </a:lnTo>
                <a:lnTo>
                  <a:pt x="6764648" y="11773912"/>
                </a:lnTo>
                <a:lnTo>
                  <a:pt x="6764648" y="0"/>
                </a:lnTo>
                <a:close/>
              </a:path>
            </a:pathLst>
          </a:custGeom>
          <a:blipFill>
            <a:blip r:embed="rId8">
              <a:alphaModFix amt="6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823159" y="43034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12793" y="3318271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793" y="4076713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Sources of Air Pollution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2793" y="4835156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Strategies to Reduce Air Pollution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2793" y="5593598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Pollution Prevention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793" y="6352040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Benefits of a City Free of Air Pollution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2793" y="7110482"/>
            <a:ext cx="6928584" cy="50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392" lvl="1" indent="-322696" algn="just">
              <a:lnSpc>
                <a:spcPts val="4185"/>
              </a:lnSpc>
              <a:buFont typeface="Arial"/>
              <a:buChar char="•"/>
            </a:pPr>
            <a:r>
              <a:rPr lang="en-US" sz="298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86180" y="2124529"/>
            <a:ext cx="10652773" cy="6037942"/>
            <a:chOff x="0" y="0"/>
            <a:chExt cx="2146824" cy="12168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46824" cy="1216810"/>
            </a:xfrm>
            <a:custGeom>
              <a:avLst/>
              <a:gdLst/>
              <a:ahLst/>
              <a:cxnLst/>
              <a:rect l="l" t="t" r="r" b="b"/>
              <a:pathLst>
                <a:path w="2146824" h="1216810">
                  <a:moveTo>
                    <a:pt x="10901" y="0"/>
                  </a:moveTo>
                  <a:lnTo>
                    <a:pt x="2135922" y="0"/>
                  </a:lnTo>
                  <a:cubicBezTo>
                    <a:pt x="2138814" y="0"/>
                    <a:pt x="2141586" y="1149"/>
                    <a:pt x="2143631" y="3193"/>
                  </a:cubicBezTo>
                  <a:cubicBezTo>
                    <a:pt x="2145675" y="5237"/>
                    <a:pt x="2146824" y="8010"/>
                    <a:pt x="2146824" y="10901"/>
                  </a:cubicBezTo>
                  <a:lnTo>
                    <a:pt x="2146824" y="1205908"/>
                  </a:lnTo>
                  <a:cubicBezTo>
                    <a:pt x="2146824" y="1208800"/>
                    <a:pt x="2145675" y="1211572"/>
                    <a:pt x="2143631" y="1213617"/>
                  </a:cubicBezTo>
                  <a:cubicBezTo>
                    <a:pt x="2141586" y="1215661"/>
                    <a:pt x="2138814" y="1216810"/>
                    <a:pt x="2135922" y="1216810"/>
                  </a:cubicBezTo>
                  <a:lnTo>
                    <a:pt x="10901" y="1216810"/>
                  </a:lnTo>
                  <a:cubicBezTo>
                    <a:pt x="4881" y="1216810"/>
                    <a:pt x="0" y="1211929"/>
                    <a:pt x="0" y="1205908"/>
                  </a:cubicBezTo>
                  <a:lnTo>
                    <a:pt x="0" y="10901"/>
                  </a:lnTo>
                  <a:cubicBezTo>
                    <a:pt x="0" y="4881"/>
                    <a:pt x="4881" y="0"/>
                    <a:pt x="10901" y="0"/>
                  </a:cubicBezTo>
                  <a:close/>
                </a:path>
              </a:pathLst>
            </a:custGeom>
            <a:solidFill>
              <a:srgbClr val="FAF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146824" cy="126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10257688" y="1277934"/>
            <a:ext cx="9089704" cy="9379620"/>
          </a:xfrm>
          <a:custGeom>
            <a:avLst/>
            <a:gdLst/>
            <a:ahLst/>
            <a:cxnLst/>
            <a:rect l="l" t="t" r="r" b="b"/>
            <a:pathLst>
              <a:path w="9089704" h="9379620">
                <a:moveTo>
                  <a:pt x="9089705" y="0"/>
                </a:moveTo>
                <a:lnTo>
                  <a:pt x="0" y="0"/>
                </a:lnTo>
                <a:lnTo>
                  <a:pt x="0" y="9379620"/>
                </a:lnTo>
                <a:lnTo>
                  <a:pt x="9089705" y="9379620"/>
                </a:lnTo>
                <a:lnTo>
                  <a:pt x="908970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706193" y="7743904"/>
            <a:ext cx="7104663" cy="2673937"/>
          </a:xfrm>
          <a:custGeom>
            <a:avLst/>
            <a:gdLst/>
            <a:ahLst/>
            <a:cxnLst/>
            <a:rect l="l" t="t" r="r" b="b"/>
            <a:pathLst>
              <a:path w="7104663" h="2673937">
                <a:moveTo>
                  <a:pt x="0" y="0"/>
                </a:moveTo>
                <a:lnTo>
                  <a:pt x="7104663" y="0"/>
                </a:lnTo>
                <a:lnTo>
                  <a:pt x="7104663" y="2673937"/>
                </a:lnTo>
                <a:lnTo>
                  <a:pt x="0" y="2673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83003" y="408286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3652" y="2419463"/>
            <a:ext cx="9577830" cy="532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1"/>
              </a:lnSpc>
            </a:pPr>
            <a:r>
              <a:rPr lang="en-US" sz="300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Imag</a:t>
            </a:r>
            <a:r>
              <a:rPr lang="en-US" sz="3001" u="none" strike="noStrik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ine we placed a set of devices across a large city to monitor air quality throughout the day. These devices record things like Carbon Monoxide (CO), Benzene (C6H6), Nitrogen Oxides (NO, NO₂), and Ozone (O₃). They also measure temperature, humidity, and air pressure.</a:t>
            </a:r>
          </a:p>
          <a:p>
            <a:pPr algn="just">
              <a:lnSpc>
                <a:spcPts val="4201"/>
              </a:lnSpc>
            </a:pPr>
            <a:r>
              <a:rPr lang="en-US" sz="3001" u="none" strike="noStrik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Then when we look at this dataset, we are essentially reading a diary of how the air changed over time. It contains daily measurements of different pollutants, weather conditions, and environmental factors. Let me walk you through the key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5347" y="6138771"/>
            <a:ext cx="15103155" cy="2711730"/>
          </a:xfrm>
          <a:custGeom>
            <a:avLst/>
            <a:gdLst/>
            <a:ahLst/>
            <a:cxnLst/>
            <a:rect l="l" t="t" r="r" b="b"/>
            <a:pathLst>
              <a:path w="15103155" h="2711730">
                <a:moveTo>
                  <a:pt x="0" y="0"/>
                </a:moveTo>
                <a:lnTo>
                  <a:pt x="15103155" y="0"/>
                </a:lnTo>
                <a:lnTo>
                  <a:pt x="15103155" y="2711729"/>
                </a:lnTo>
                <a:lnTo>
                  <a:pt x="0" y="2711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48828" y="2022021"/>
            <a:ext cx="6731217" cy="2515030"/>
            <a:chOff x="0" y="0"/>
            <a:chExt cx="1356523" cy="5068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6523" cy="506847"/>
            </a:xfrm>
            <a:custGeom>
              <a:avLst/>
              <a:gdLst/>
              <a:ahLst/>
              <a:cxnLst/>
              <a:rect l="l" t="t" r="r" b="b"/>
              <a:pathLst>
                <a:path w="1356523" h="506847">
                  <a:moveTo>
                    <a:pt x="28754" y="0"/>
                  </a:moveTo>
                  <a:lnTo>
                    <a:pt x="1327770" y="0"/>
                  </a:lnTo>
                  <a:cubicBezTo>
                    <a:pt x="1343650" y="0"/>
                    <a:pt x="1356523" y="12874"/>
                    <a:pt x="1356523" y="28754"/>
                  </a:cubicBezTo>
                  <a:lnTo>
                    <a:pt x="1356523" y="478093"/>
                  </a:lnTo>
                  <a:cubicBezTo>
                    <a:pt x="1356523" y="493974"/>
                    <a:pt x="1343650" y="506847"/>
                    <a:pt x="1327770" y="506847"/>
                  </a:cubicBezTo>
                  <a:lnTo>
                    <a:pt x="28754" y="506847"/>
                  </a:lnTo>
                  <a:cubicBezTo>
                    <a:pt x="12874" y="506847"/>
                    <a:pt x="0" y="493974"/>
                    <a:pt x="0" y="478093"/>
                  </a:cubicBezTo>
                  <a:lnTo>
                    <a:pt x="0" y="28754"/>
                  </a:lnTo>
                  <a:cubicBezTo>
                    <a:pt x="0" y="12874"/>
                    <a:pt x="12874" y="0"/>
                    <a:pt x="28754" y="0"/>
                  </a:cubicBezTo>
                  <a:close/>
                </a:path>
              </a:pathLst>
            </a:custGeom>
            <a:solidFill>
              <a:srgbClr val="FAFDFF"/>
            </a:solidFill>
            <a:ln w="285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56523" cy="55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DA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TASET FEATURES</a:t>
            </a:r>
          </a:p>
        </p:txBody>
      </p:sp>
      <p:sp>
        <p:nvSpPr>
          <p:cNvPr id="9" name="Freeform 9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49617" y="2377933"/>
            <a:ext cx="6135218" cy="174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5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</a:t>
            </a:r>
            <a:r>
              <a:rPr lang="en-US" sz="25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Date of measurement (March 2004 – April 2005).</a:t>
            </a:r>
          </a:p>
          <a:p>
            <a:pPr algn="just">
              <a:lnSpc>
                <a:spcPts val="3510"/>
              </a:lnSpc>
            </a:pPr>
            <a:r>
              <a:rPr lang="en-US" sz="25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</a:t>
            </a:r>
            <a:r>
              <a:rPr lang="en-US" sz="25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Time of measurement (hour and minute).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990006" y="4719432"/>
            <a:ext cx="11159725" cy="5063311"/>
            <a:chOff x="0" y="0"/>
            <a:chExt cx="2248988" cy="10203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8988" cy="1020395"/>
            </a:xfrm>
            <a:custGeom>
              <a:avLst/>
              <a:gdLst/>
              <a:ahLst/>
              <a:cxnLst/>
              <a:rect l="l" t="t" r="r" b="b"/>
              <a:pathLst>
                <a:path w="2248988" h="1020395">
                  <a:moveTo>
                    <a:pt x="17343" y="0"/>
                  </a:moveTo>
                  <a:lnTo>
                    <a:pt x="2231645" y="0"/>
                  </a:lnTo>
                  <a:cubicBezTo>
                    <a:pt x="2241223" y="0"/>
                    <a:pt x="2248988" y="7765"/>
                    <a:pt x="2248988" y="17343"/>
                  </a:cubicBezTo>
                  <a:lnTo>
                    <a:pt x="2248988" y="1003052"/>
                  </a:lnTo>
                  <a:cubicBezTo>
                    <a:pt x="2248988" y="1012630"/>
                    <a:pt x="2241223" y="1020395"/>
                    <a:pt x="2231645" y="1020395"/>
                  </a:cubicBezTo>
                  <a:lnTo>
                    <a:pt x="17343" y="1020395"/>
                  </a:lnTo>
                  <a:cubicBezTo>
                    <a:pt x="7765" y="1020395"/>
                    <a:pt x="0" y="1012630"/>
                    <a:pt x="0" y="1003052"/>
                  </a:cubicBezTo>
                  <a:lnTo>
                    <a:pt x="0" y="17343"/>
                  </a:lnTo>
                  <a:cubicBezTo>
                    <a:pt x="0" y="7765"/>
                    <a:pt x="7765" y="0"/>
                    <a:pt x="17343" y="0"/>
                  </a:cubicBezTo>
                  <a:close/>
                </a:path>
              </a:pathLst>
            </a:custGeom>
            <a:solidFill>
              <a:srgbClr val="FAFDFF"/>
            </a:solidFill>
            <a:ln w="285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248988" cy="1068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98166" y="5014690"/>
            <a:ext cx="10543405" cy="4415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CO(GT)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Carbon Monoxide concentration (mg/m³)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PT08.S1(CO)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Sensor signal related to CO levels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NMHC(GT) 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Non-Methane Hydrocarbons (µg/m³)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C6H6(GT) 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Benzene concentration (µg/m³)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PT08.S2(NMHC)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Sensor signals related to hydrocarbons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NOx(GT)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Nitrogen Oxides (ppb), group of gases mainly from traffic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PT08.S3(NOx)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Sensor signal related to NOx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NO₂(GT)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Nitrogen Dioxide concentration (µg/m³)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PT08.S4(NO₂) 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Sensor signal related to NO₂</a:t>
            </a:r>
          </a:p>
          <a:p>
            <a:pPr algn="l">
              <a:lnSpc>
                <a:spcPts val="3520"/>
              </a:lnSpc>
            </a:pPr>
            <a:r>
              <a:rPr lang="en-US" sz="251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PT08.S5(O₃)</a:t>
            </a: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Sensor signal related to Ozone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577753" y="2590643"/>
            <a:ext cx="7503571" cy="2697410"/>
            <a:chOff x="0" y="0"/>
            <a:chExt cx="1512174" cy="5436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12174" cy="543602"/>
            </a:xfrm>
            <a:custGeom>
              <a:avLst/>
              <a:gdLst/>
              <a:ahLst/>
              <a:cxnLst/>
              <a:rect l="l" t="t" r="r" b="b"/>
              <a:pathLst>
                <a:path w="1512174" h="543602">
                  <a:moveTo>
                    <a:pt x="25794" y="0"/>
                  </a:moveTo>
                  <a:lnTo>
                    <a:pt x="1486380" y="0"/>
                  </a:lnTo>
                  <a:cubicBezTo>
                    <a:pt x="1500625" y="0"/>
                    <a:pt x="1512174" y="11548"/>
                    <a:pt x="1512174" y="25794"/>
                  </a:cubicBezTo>
                  <a:lnTo>
                    <a:pt x="1512174" y="517807"/>
                  </a:lnTo>
                  <a:cubicBezTo>
                    <a:pt x="1512174" y="532053"/>
                    <a:pt x="1500625" y="543602"/>
                    <a:pt x="1486380" y="543602"/>
                  </a:cubicBezTo>
                  <a:lnTo>
                    <a:pt x="25794" y="543602"/>
                  </a:lnTo>
                  <a:cubicBezTo>
                    <a:pt x="11548" y="543602"/>
                    <a:pt x="0" y="532053"/>
                    <a:pt x="0" y="517807"/>
                  </a:cubicBezTo>
                  <a:lnTo>
                    <a:pt x="0" y="25794"/>
                  </a:lnTo>
                  <a:cubicBezTo>
                    <a:pt x="0" y="11548"/>
                    <a:pt x="11548" y="0"/>
                    <a:pt x="25794" y="0"/>
                  </a:cubicBezTo>
                  <a:close/>
                </a:path>
              </a:pathLst>
            </a:custGeom>
            <a:solidFill>
              <a:srgbClr val="FAFDFF"/>
            </a:solidFill>
            <a:ln w="28575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512174" cy="591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594417" y="7764840"/>
            <a:ext cx="3576644" cy="2171321"/>
          </a:xfrm>
          <a:custGeom>
            <a:avLst/>
            <a:gdLst/>
            <a:ahLst/>
            <a:cxnLst/>
            <a:rect l="l" t="t" r="r" b="b"/>
            <a:pathLst>
              <a:path w="3576644" h="2171321">
                <a:moveTo>
                  <a:pt x="0" y="0"/>
                </a:moveTo>
                <a:lnTo>
                  <a:pt x="3576644" y="0"/>
                </a:lnTo>
                <a:lnTo>
                  <a:pt x="3576644" y="2171321"/>
                </a:lnTo>
                <a:lnTo>
                  <a:pt x="0" y="2171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964884" y="2818701"/>
            <a:ext cx="6729310" cy="218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251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Temperature (T)</a:t>
            </a:r>
            <a:r>
              <a:rPr lang="en-US" sz="2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Air temperature in °C.</a:t>
            </a:r>
          </a:p>
          <a:p>
            <a:pPr algn="l">
              <a:lnSpc>
                <a:spcPts val="3514"/>
              </a:lnSpc>
            </a:pPr>
            <a:r>
              <a:rPr lang="en-US" sz="251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Relative Humidity(RH)</a:t>
            </a:r>
            <a:r>
              <a:rPr lang="en-US" sz="2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Relative humidity (%)</a:t>
            </a:r>
          </a:p>
          <a:p>
            <a:pPr algn="l">
              <a:lnSpc>
                <a:spcPts val="3514"/>
              </a:lnSpc>
            </a:pPr>
            <a:r>
              <a:rPr lang="en-US" sz="251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Absolute Humidity(AH) </a:t>
            </a:r>
            <a:r>
              <a:rPr lang="en-US" sz="2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Absolute humidity (g/m³)</a:t>
            </a:r>
          </a:p>
        </p:txBody>
      </p:sp>
      <p:sp>
        <p:nvSpPr>
          <p:cNvPr id="20" name="Freeform 20"/>
          <p:cNvSpPr/>
          <p:nvPr/>
        </p:nvSpPr>
        <p:spPr>
          <a:xfrm flipH="1">
            <a:off x="10021218" y="8451916"/>
            <a:ext cx="4448690" cy="1835084"/>
          </a:xfrm>
          <a:custGeom>
            <a:avLst/>
            <a:gdLst/>
            <a:ahLst/>
            <a:cxnLst/>
            <a:rect l="l" t="t" r="r" b="b"/>
            <a:pathLst>
              <a:path w="4448690" h="1835084">
                <a:moveTo>
                  <a:pt x="4448689" y="0"/>
                </a:moveTo>
                <a:lnTo>
                  <a:pt x="0" y="0"/>
                </a:lnTo>
                <a:lnTo>
                  <a:pt x="0" y="1835084"/>
                </a:lnTo>
                <a:lnTo>
                  <a:pt x="4448689" y="1835084"/>
                </a:lnTo>
                <a:lnTo>
                  <a:pt x="4448689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96126" y="2651151"/>
            <a:ext cx="6539759" cy="1378167"/>
            <a:chOff x="0" y="0"/>
            <a:chExt cx="1317940" cy="2777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7940" cy="277738"/>
            </a:xfrm>
            <a:custGeom>
              <a:avLst/>
              <a:gdLst/>
              <a:ahLst/>
              <a:cxnLst/>
              <a:rect l="l" t="t" r="r" b="b"/>
              <a:pathLst>
                <a:path w="1317940" h="277738">
                  <a:moveTo>
                    <a:pt x="29596" y="0"/>
                  </a:moveTo>
                  <a:lnTo>
                    <a:pt x="1288344" y="0"/>
                  </a:lnTo>
                  <a:cubicBezTo>
                    <a:pt x="1304689" y="0"/>
                    <a:pt x="1317940" y="13250"/>
                    <a:pt x="1317940" y="29596"/>
                  </a:cubicBezTo>
                  <a:lnTo>
                    <a:pt x="1317940" y="248143"/>
                  </a:lnTo>
                  <a:cubicBezTo>
                    <a:pt x="1317940" y="264488"/>
                    <a:pt x="1304689" y="277738"/>
                    <a:pt x="1288344" y="277738"/>
                  </a:cubicBezTo>
                  <a:lnTo>
                    <a:pt x="29596" y="277738"/>
                  </a:lnTo>
                  <a:cubicBezTo>
                    <a:pt x="13250" y="277738"/>
                    <a:pt x="0" y="264488"/>
                    <a:pt x="0" y="248143"/>
                  </a:cubicBezTo>
                  <a:lnTo>
                    <a:pt x="0" y="29596"/>
                  </a:lnTo>
                  <a:cubicBezTo>
                    <a:pt x="0" y="13250"/>
                    <a:pt x="13250" y="0"/>
                    <a:pt x="29596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17940" cy="325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1854" y="2870910"/>
            <a:ext cx="6348302" cy="938648"/>
          </a:xfrm>
          <a:custGeom>
            <a:avLst/>
            <a:gdLst/>
            <a:ahLst/>
            <a:cxnLst/>
            <a:rect l="l" t="t" r="r" b="b"/>
            <a:pathLst>
              <a:path w="6348302" h="938648">
                <a:moveTo>
                  <a:pt x="0" y="0"/>
                </a:moveTo>
                <a:lnTo>
                  <a:pt x="6348302" y="0"/>
                </a:lnTo>
                <a:lnTo>
                  <a:pt x="6348302" y="938648"/>
                </a:lnTo>
                <a:lnTo>
                  <a:pt x="0" y="9386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4272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96126" y="5799368"/>
            <a:ext cx="11884743" cy="1492346"/>
            <a:chOff x="0" y="0"/>
            <a:chExt cx="2395099" cy="3007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95099" cy="300748"/>
            </a:xfrm>
            <a:custGeom>
              <a:avLst/>
              <a:gdLst/>
              <a:ahLst/>
              <a:cxnLst/>
              <a:rect l="l" t="t" r="r" b="b"/>
              <a:pathLst>
                <a:path w="2395099" h="300748">
                  <a:moveTo>
                    <a:pt x="16285" y="0"/>
                  </a:moveTo>
                  <a:lnTo>
                    <a:pt x="2378814" y="0"/>
                  </a:lnTo>
                  <a:cubicBezTo>
                    <a:pt x="2383133" y="0"/>
                    <a:pt x="2387275" y="1716"/>
                    <a:pt x="2390329" y="4770"/>
                  </a:cubicBezTo>
                  <a:cubicBezTo>
                    <a:pt x="2393383" y="7824"/>
                    <a:pt x="2395099" y="11966"/>
                    <a:pt x="2395099" y="16285"/>
                  </a:cubicBezTo>
                  <a:lnTo>
                    <a:pt x="2395099" y="284463"/>
                  </a:lnTo>
                  <a:cubicBezTo>
                    <a:pt x="2395099" y="288782"/>
                    <a:pt x="2393383" y="292924"/>
                    <a:pt x="2390329" y="295978"/>
                  </a:cubicBezTo>
                  <a:cubicBezTo>
                    <a:pt x="2387275" y="299033"/>
                    <a:pt x="2383133" y="300748"/>
                    <a:pt x="2378814" y="300748"/>
                  </a:cubicBezTo>
                  <a:lnTo>
                    <a:pt x="16285" y="300748"/>
                  </a:lnTo>
                  <a:cubicBezTo>
                    <a:pt x="11966" y="300748"/>
                    <a:pt x="7824" y="299033"/>
                    <a:pt x="4770" y="295978"/>
                  </a:cubicBezTo>
                  <a:cubicBezTo>
                    <a:pt x="1716" y="292924"/>
                    <a:pt x="0" y="288782"/>
                    <a:pt x="0" y="284463"/>
                  </a:cubicBezTo>
                  <a:lnTo>
                    <a:pt x="0" y="16285"/>
                  </a:lnTo>
                  <a:cubicBezTo>
                    <a:pt x="0" y="11966"/>
                    <a:pt x="1716" y="7824"/>
                    <a:pt x="4770" y="4770"/>
                  </a:cubicBezTo>
                  <a:cubicBezTo>
                    <a:pt x="7824" y="1716"/>
                    <a:pt x="11966" y="0"/>
                    <a:pt x="16285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395099" cy="348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30620" y="6133207"/>
            <a:ext cx="11415755" cy="1050195"/>
          </a:xfrm>
          <a:custGeom>
            <a:avLst/>
            <a:gdLst/>
            <a:ahLst/>
            <a:cxnLst/>
            <a:rect l="l" t="t" r="r" b="b"/>
            <a:pathLst>
              <a:path w="11415755" h="1050195">
                <a:moveTo>
                  <a:pt x="0" y="0"/>
                </a:moveTo>
                <a:lnTo>
                  <a:pt x="11415755" y="0"/>
                </a:lnTo>
                <a:lnTo>
                  <a:pt x="11415755" y="1050195"/>
                </a:lnTo>
                <a:lnTo>
                  <a:pt x="0" y="10501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596126" y="8125679"/>
            <a:ext cx="8629609" cy="1893399"/>
            <a:chOff x="0" y="0"/>
            <a:chExt cx="1739101" cy="3815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39101" cy="381571"/>
            </a:xfrm>
            <a:custGeom>
              <a:avLst/>
              <a:gdLst/>
              <a:ahLst/>
              <a:cxnLst/>
              <a:rect l="l" t="t" r="r" b="b"/>
              <a:pathLst>
                <a:path w="1739101" h="381571">
                  <a:moveTo>
                    <a:pt x="22428" y="0"/>
                  </a:moveTo>
                  <a:lnTo>
                    <a:pt x="1716673" y="0"/>
                  </a:lnTo>
                  <a:cubicBezTo>
                    <a:pt x="1729060" y="0"/>
                    <a:pt x="1739101" y="10042"/>
                    <a:pt x="1739101" y="22428"/>
                  </a:cubicBezTo>
                  <a:lnTo>
                    <a:pt x="1739101" y="359143"/>
                  </a:lnTo>
                  <a:cubicBezTo>
                    <a:pt x="1739101" y="371530"/>
                    <a:pt x="1729060" y="381571"/>
                    <a:pt x="1716673" y="381571"/>
                  </a:cubicBezTo>
                  <a:lnTo>
                    <a:pt x="22428" y="381571"/>
                  </a:lnTo>
                  <a:cubicBezTo>
                    <a:pt x="16480" y="381571"/>
                    <a:pt x="10775" y="379208"/>
                    <a:pt x="6569" y="375002"/>
                  </a:cubicBezTo>
                  <a:cubicBezTo>
                    <a:pt x="2363" y="370796"/>
                    <a:pt x="0" y="365091"/>
                    <a:pt x="0" y="359143"/>
                  </a:cubicBezTo>
                  <a:lnTo>
                    <a:pt x="0" y="22428"/>
                  </a:lnTo>
                  <a:cubicBezTo>
                    <a:pt x="0" y="10042"/>
                    <a:pt x="10042" y="0"/>
                    <a:pt x="22428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739101" cy="429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023908" y="8274260"/>
            <a:ext cx="7774044" cy="1596238"/>
          </a:xfrm>
          <a:custGeom>
            <a:avLst/>
            <a:gdLst/>
            <a:ahLst/>
            <a:cxnLst/>
            <a:rect l="l" t="t" r="r" b="b"/>
            <a:pathLst>
              <a:path w="7774044" h="1596238">
                <a:moveTo>
                  <a:pt x="0" y="0"/>
                </a:moveTo>
                <a:lnTo>
                  <a:pt x="7774044" y="0"/>
                </a:lnTo>
                <a:lnTo>
                  <a:pt x="7774044" y="1596238"/>
                </a:lnTo>
                <a:lnTo>
                  <a:pt x="0" y="1596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548376" y="2005039"/>
            <a:ext cx="3299814" cy="1441666"/>
          </a:xfrm>
          <a:custGeom>
            <a:avLst/>
            <a:gdLst/>
            <a:ahLst/>
            <a:cxnLst/>
            <a:rect l="l" t="t" r="r" b="b"/>
            <a:pathLst>
              <a:path w="3299814" h="1441666">
                <a:moveTo>
                  <a:pt x="0" y="0"/>
                </a:moveTo>
                <a:lnTo>
                  <a:pt x="3299814" y="0"/>
                </a:lnTo>
                <a:lnTo>
                  <a:pt x="3299814" y="1441666"/>
                </a:lnTo>
                <a:lnTo>
                  <a:pt x="0" y="14416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719094" y="5143500"/>
            <a:ext cx="4958379" cy="899621"/>
          </a:xfrm>
          <a:custGeom>
            <a:avLst/>
            <a:gdLst/>
            <a:ahLst/>
            <a:cxnLst/>
            <a:rect l="l" t="t" r="r" b="b"/>
            <a:pathLst>
              <a:path w="4958379" h="899621">
                <a:moveTo>
                  <a:pt x="0" y="0"/>
                </a:moveTo>
                <a:lnTo>
                  <a:pt x="4958378" y="0"/>
                </a:lnTo>
                <a:lnTo>
                  <a:pt x="4958378" y="899621"/>
                </a:lnTo>
                <a:lnTo>
                  <a:pt x="0" y="8996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677127" y="6686233"/>
            <a:ext cx="3042313" cy="3851029"/>
          </a:xfrm>
          <a:custGeom>
            <a:avLst/>
            <a:gdLst/>
            <a:ahLst/>
            <a:cxnLst/>
            <a:rect l="l" t="t" r="r" b="b"/>
            <a:pathLst>
              <a:path w="3042313" h="3851029">
                <a:moveTo>
                  <a:pt x="0" y="0"/>
                </a:moveTo>
                <a:lnTo>
                  <a:pt x="3042312" y="0"/>
                </a:lnTo>
                <a:lnTo>
                  <a:pt x="3042312" y="3851029"/>
                </a:lnTo>
                <a:lnTo>
                  <a:pt x="0" y="38510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42000"/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5483" y="1673252"/>
            <a:ext cx="10100192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How many total records exist in the dataset?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5483" y="4343643"/>
            <a:ext cx="11871158" cy="121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What is the time period covered by the dataset (first and last date)?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5483" y="7433053"/>
            <a:ext cx="11600021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How many measurements were recorded each 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96126" y="2444986"/>
            <a:ext cx="10583107" cy="1755782"/>
            <a:chOff x="0" y="0"/>
            <a:chExt cx="2132784" cy="353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2784" cy="353838"/>
            </a:xfrm>
            <a:custGeom>
              <a:avLst/>
              <a:gdLst/>
              <a:ahLst/>
              <a:cxnLst/>
              <a:rect l="l" t="t" r="r" b="b"/>
              <a:pathLst>
                <a:path w="2132784" h="353838">
                  <a:moveTo>
                    <a:pt x="18288" y="0"/>
                  </a:moveTo>
                  <a:lnTo>
                    <a:pt x="2114496" y="0"/>
                  </a:lnTo>
                  <a:cubicBezTo>
                    <a:pt x="2119346" y="0"/>
                    <a:pt x="2123998" y="1927"/>
                    <a:pt x="2127428" y="5357"/>
                  </a:cubicBezTo>
                  <a:cubicBezTo>
                    <a:pt x="2130857" y="8786"/>
                    <a:pt x="2132784" y="13438"/>
                    <a:pt x="2132784" y="18288"/>
                  </a:cubicBezTo>
                  <a:lnTo>
                    <a:pt x="2132784" y="335549"/>
                  </a:lnTo>
                  <a:cubicBezTo>
                    <a:pt x="2132784" y="340400"/>
                    <a:pt x="2130857" y="345052"/>
                    <a:pt x="2127428" y="348481"/>
                  </a:cubicBezTo>
                  <a:cubicBezTo>
                    <a:pt x="2123998" y="351911"/>
                    <a:pt x="2119346" y="353838"/>
                    <a:pt x="2114496" y="353838"/>
                  </a:cubicBezTo>
                  <a:lnTo>
                    <a:pt x="18288" y="353838"/>
                  </a:lnTo>
                  <a:cubicBezTo>
                    <a:pt x="13438" y="353838"/>
                    <a:pt x="8786" y="351911"/>
                    <a:pt x="5357" y="348481"/>
                  </a:cubicBezTo>
                  <a:cubicBezTo>
                    <a:pt x="1927" y="345052"/>
                    <a:pt x="0" y="340400"/>
                    <a:pt x="0" y="335549"/>
                  </a:cubicBezTo>
                  <a:lnTo>
                    <a:pt x="0" y="18288"/>
                  </a:lnTo>
                  <a:cubicBezTo>
                    <a:pt x="0" y="13438"/>
                    <a:pt x="1927" y="8786"/>
                    <a:pt x="5357" y="5357"/>
                  </a:cubicBezTo>
                  <a:cubicBezTo>
                    <a:pt x="8786" y="1927"/>
                    <a:pt x="13438" y="0"/>
                    <a:pt x="18288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32784" cy="401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60885" y="5693037"/>
            <a:ext cx="9933781" cy="4622959"/>
            <a:chOff x="0" y="0"/>
            <a:chExt cx="2001927" cy="9316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1927" cy="931652"/>
            </a:xfrm>
            <a:custGeom>
              <a:avLst/>
              <a:gdLst/>
              <a:ahLst/>
              <a:cxnLst/>
              <a:rect l="l" t="t" r="r" b="b"/>
              <a:pathLst>
                <a:path w="2001927" h="931652">
                  <a:moveTo>
                    <a:pt x="19484" y="0"/>
                  </a:moveTo>
                  <a:lnTo>
                    <a:pt x="1982443" y="0"/>
                  </a:lnTo>
                  <a:cubicBezTo>
                    <a:pt x="1987611" y="0"/>
                    <a:pt x="1992567" y="2053"/>
                    <a:pt x="1996221" y="5707"/>
                  </a:cubicBezTo>
                  <a:cubicBezTo>
                    <a:pt x="1999874" y="9361"/>
                    <a:pt x="2001927" y="14316"/>
                    <a:pt x="2001927" y="19484"/>
                  </a:cubicBezTo>
                  <a:lnTo>
                    <a:pt x="2001927" y="912168"/>
                  </a:lnTo>
                  <a:cubicBezTo>
                    <a:pt x="2001927" y="922929"/>
                    <a:pt x="1993204" y="931652"/>
                    <a:pt x="1982443" y="931652"/>
                  </a:cubicBezTo>
                  <a:lnTo>
                    <a:pt x="19484" y="931652"/>
                  </a:lnTo>
                  <a:cubicBezTo>
                    <a:pt x="14316" y="931652"/>
                    <a:pt x="9361" y="929599"/>
                    <a:pt x="5707" y="925945"/>
                  </a:cubicBezTo>
                  <a:cubicBezTo>
                    <a:pt x="2053" y="922292"/>
                    <a:pt x="0" y="917336"/>
                    <a:pt x="0" y="912168"/>
                  </a:cubicBezTo>
                  <a:lnTo>
                    <a:pt x="0" y="19484"/>
                  </a:lnTo>
                  <a:cubicBezTo>
                    <a:pt x="0" y="14316"/>
                    <a:pt x="2053" y="9361"/>
                    <a:pt x="5707" y="5707"/>
                  </a:cubicBezTo>
                  <a:cubicBezTo>
                    <a:pt x="9361" y="2053"/>
                    <a:pt x="14316" y="0"/>
                    <a:pt x="19484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01927" cy="979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819564" y="2618071"/>
            <a:ext cx="10136229" cy="1409612"/>
          </a:xfrm>
          <a:custGeom>
            <a:avLst/>
            <a:gdLst/>
            <a:ahLst/>
            <a:cxnLst/>
            <a:rect l="l" t="t" r="r" b="b"/>
            <a:pathLst>
              <a:path w="10136229" h="1409612">
                <a:moveTo>
                  <a:pt x="0" y="0"/>
                </a:moveTo>
                <a:lnTo>
                  <a:pt x="10136229" y="0"/>
                </a:lnTo>
                <a:lnTo>
                  <a:pt x="10136229" y="1409612"/>
                </a:lnTo>
                <a:lnTo>
                  <a:pt x="0" y="14096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425" b="-442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293992" y="591759"/>
            <a:ext cx="2399032" cy="6663976"/>
          </a:xfrm>
          <a:custGeom>
            <a:avLst/>
            <a:gdLst/>
            <a:ahLst/>
            <a:cxnLst/>
            <a:rect l="l" t="t" r="r" b="b"/>
            <a:pathLst>
              <a:path w="2399032" h="6663976">
                <a:moveTo>
                  <a:pt x="0" y="0"/>
                </a:moveTo>
                <a:lnTo>
                  <a:pt x="2399032" y="0"/>
                </a:lnTo>
                <a:lnTo>
                  <a:pt x="2399032" y="6663977"/>
                </a:lnTo>
                <a:lnTo>
                  <a:pt x="0" y="66639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100305" y="1008569"/>
            <a:ext cx="508436" cy="6088281"/>
          </a:xfrm>
          <a:custGeom>
            <a:avLst/>
            <a:gdLst/>
            <a:ahLst/>
            <a:cxnLst/>
            <a:rect l="l" t="t" r="r" b="b"/>
            <a:pathLst>
              <a:path w="508436" h="6088281">
                <a:moveTo>
                  <a:pt x="0" y="0"/>
                </a:moveTo>
                <a:lnTo>
                  <a:pt x="508436" y="0"/>
                </a:lnTo>
                <a:lnTo>
                  <a:pt x="508436" y="6088281"/>
                </a:lnTo>
                <a:lnTo>
                  <a:pt x="0" y="60882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410" r="-22719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082000" y="5722034"/>
            <a:ext cx="8891552" cy="4564966"/>
          </a:xfrm>
          <a:custGeom>
            <a:avLst/>
            <a:gdLst/>
            <a:ahLst/>
            <a:cxnLst/>
            <a:rect l="l" t="t" r="r" b="b"/>
            <a:pathLst>
              <a:path w="8891552" h="4564966">
                <a:moveTo>
                  <a:pt x="0" y="0"/>
                </a:moveTo>
                <a:lnTo>
                  <a:pt x="8891552" y="0"/>
                </a:lnTo>
                <a:lnTo>
                  <a:pt x="8891552" y="4564966"/>
                </a:lnTo>
                <a:lnTo>
                  <a:pt x="0" y="45649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83828" y="6435967"/>
            <a:ext cx="3910164" cy="2918456"/>
          </a:xfrm>
          <a:custGeom>
            <a:avLst/>
            <a:gdLst/>
            <a:ahLst/>
            <a:cxnLst/>
            <a:rect l="l" t="t" r="r" b="b"/>
            <a:pathLst>
              <a:path w="3910164" h="2918456">
                <a:moveTo>
                  <a:pt x="0" y="0"/>
                </a:moveTo>
                <a:lnTo>
                  <a:pt x="3910164" y="0"/>
                </a:lnTo>
                <a:lnTo>
                  <a:pt x="3910164" y="2918456"/>
                </a:lnTo>
                <a:lnTo>
                  <a:pt x="0" y="2918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633801"/>
            <a:ext cx="13764982" cy="53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sz="315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What is the average carbon monoxide (CO) level by hour of the day?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393805"/>
            <a:ext cx="11070310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What is the average nitrogen oxides (NOx) level by day period (morning, afternoon, evening, night)?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96475" y="3872052"/>
            <a:ext cx="5860166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level between 8:20 due to traffic</a:t>
            </a:r>
          </a:p>
        </p:txBody>
      </p:sp>
      <p:sp>
        <p:nvSpPr>
          <p:cNvPr id="21" name="Freeform 21"/>
          <p:cNvSpPr/>
          <p:nvPr/>
        </p:nvSpPr>
        <p:spPr>
          <a:xfrm rot="5400000">
            <a:off x="9900132" y="7202823"/>
            <a:ext cx="471957" cy="5651457"/>
          </a:xfrm>
          <a:custGeom>
            <a:avLst/>
            <a:gdLst/>
            <a:ahLst/>
            <a:cxnLst/>
            <a:rect l="l" t="t" r="r" b="b"/>
            <a:pathLst>
              <a:path w="471957" h="5651457">
                <a:moveTo>
                  <a:pt x="0" y="0"/>
                </a:moveTo>
                <a:lnTo>
                  <a:pt x="471957" y="0"/>
                </a:lnTo>
                <a:lnTo>
                  <a:pt x="471957" y="5651457"/>
                </a:lnTo>
                <a:lnTo>
                  <a:pt x="0" y="5651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410" r="-227194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755890" y="9879730"/>
            <a:ext cx="5860166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High level in Evening and Morning</a:t>
            </a:r>
          </a:p>
        </p:txBody>
      </p:sp>
      <p:sp>
        <p:nvSpPr>
          <p:cNvPr id="23" name="Freeform 23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96126" y="2964132"/>
            <a:ext cx="10583107" cy="1755782"/>
            <a:chOff x="0" y="0"/>
            <a:chExt cx="2132784" cy="353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2784" cy="353838"/>
            </a:xfrm>
            <a:custGeom>
              <a:avLst/>
              <a:gdLst/>
              <a:ahLst/>
              <a:cxnLst/>
              <a:rect l="l" t="t" r="r" b="b"/>
              <a:pathLst>
                <a:path w="2132784" h="353838">
                  <a:moveTo>
                    <a:pt x="18288" y="0"/>
                  </a:moveTo>
                  <a:lnTo>
                    <a:pt x="2114496" y="0"/>
                  </a:lnTo>
                  <a:cubicBezTo>
                    <a:pt x="2119346" y="0"/>
                    <a:pt x="2123998" y="1927"/>
                    <a:pt x="2127428" y="5357"/>
                  </a:cubicBezTo>
                  <a:cubicBezTo>
                    <a:pt x="2130857" y="8786"/>
                    <a:pt x="2132784" y="13438"/>
                    <a:pt x="2132784" y="18288"/>
                  </a:cubicBezTo>
                  <a:lnTo>
                    <a:pt x="2132784" y="335549"/>
                  </a:lnTo>
                  <a:cubicBezTo>
                    <a:pt x="2132784" y="340400"/>
                    <a:pt x="2130857" y="345052"/>
                    <a:pt x="2127428" y="348481"/>
                  </a:cubicBezTo>
                  <a:cubicBezTo>
                    <a:pt x="2123998" y="351911"/>
                    <a:pt x="2119346" y="353838"/>
                    <a:pt x="2114496" y="353838"/>
                  </a:cubicBezTo>
                  <a:lnTo>
                    <a:pt x="18288" y="353838"/>
                  </a:lnTo>
                  <a:cubicBezTo>
                    <a:pt x="13438" y="353838"/>
                    <a:pt x="8786" y="351911"/>
                    <a:pt x="5357" y="348481"/>
                  </a:cubicBezTo>
                  <a:cubicBezTo>
                    <a:pt x="1927" y="345052"/>
                    <a:pt x="0" y="340400"/>
                    <a:pt x="0" y="335549"/>
                  </a:cubicBezTo>
                  <a:lnTo>
                    <a:pt x="0" y="18288"/>
                  </a:lnTo>
                  <a:cubicBezTo>
                    <a:pt x="0" y="13438"/>
                    <a:pt x="1927" y="8786"/>
                    <a:pt x="5357" y="5357"/>
                  </a:cubicBezTo>
                  <a:cubicBezTo>
                    <a:pt x="8786" y="1927"/>
                    <a:pt x="13438" y="0"/>
                    <a:pt x="18288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32784" cy="401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96126" y="6757824"/>
            <a:ext cx="11400954" cy="2202158"/>
            <a:chOff x="0" y="0"/>
            <a:chExt cx="2297602" cy="443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7602" cy="443795"/>
            </a:xfrm>
            <a:custGeom>
              <a:avLst/>
              <a:gdLst/>
              <a:ahLst/>
              <a:cxnLst/>
              <a:rect l="l" t="t" r="r" b="b"/>
              <a:pathLst>
                <a:path w="2297602" h="443795">
                  <a:moveTo>
                    <a:pt x="16976" y="0"/>
                  </a:moveTo>
                  <a:lnTo>
                    <a:pt x="2280626" y="0"/>
                  </a:lnTo>
                  <a:cubicBezTo>
                    <a:pt x="2285128" y="0"/>
                    <a:pt x="2289446" y="1789"/>
                    <a:pt x="2292630" y="4972"/>
                  </a:cubicBezTo>
                  <a:cubicBezTo>
                    <a:pt x="2295814" y="8156"/>
                    <a:pt x="2297602" y="12474"/>
                    <a:pt x="2297602" y="16976"/>
                  </a:cubicBezTo>
                  <a:lnTo>
                    <a:pt x="2297602" y="426818"/>
                  </a:lnTo>
                  <a:cubicBezTo>
                    <a:pt x="2297602" y="431321"/>
                    <a:pt x="2295814" y="435639"/>
                    <a:pt x="2292630" y="438822"/>
                  </a:cubicBezTo>
                  <a:cubicBezTo>
                    <a:pt x="2289446" y="442006"/>
                    <a:pt x="2285128" y="443795"/>
                    <a:pt x="2280626" y="443795"/>
                  </a:cubicBezTo>
                  <a:lnTo>
                    <a:pt x="16976" y="443795"/>
                  </a:lnTo>
                  <a:cubicBezTo>
                    <a:pt x="12474" y="443795"/>
                    <a:pt x="8156" y="442006"/>
                    <a:pt x="4972" y="438822"/>
                  </a:cubicBezTo>
                  <a:cubicBezTo>
                    <a:pt x="1789" y="435639"/>
                    <a:pt x="0" y="431321"/>
                    <a:pt x="0" y="426818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297602" cy="49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025444" y="3180525"/>
            <a:ext cx="9742062" cy="1322996"/>
          </a:xfrm>
          <a:custGeom>
            <a:avLst/>
            <a:gdLst/>
            <a:ahLst/>
            <a:cxnLst/>
            <a:rect l="l" t="t" r="r" b="b"/>
            <a:pathLst>
              <a:path w="9742062" h="1322996">
                <a:moveTo>
                  <a:pt x="0" y="0"/>
                </a:moveTo>
                <a:lnTo>
                  <a:pt x="9742062" y="0"/>
                </a:lnTo>
                <a:lnTo>
                  <a:pt x="9742062" y="1322996"/>
                </a:lnTo>
                <a:lnTo>
                  <a:pt x="0" y="13229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0424008" y="1536068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510100" y="2911583"/>
            <a:ext cx="3749200" cy="1334461"/>
          </a:xfrm>
          <a:custGeom>
            <a:avLst/>
            <a:gdLst/>
            <a:ahLst/>
            <a:cxnLst/>
            <a:rect l="l" t="t" r="r" b="b"/>
            <a:pathLst>
              <a:path w="3749200" h="1334461">
                <a:moveTo>
                  <a:pt x="0" y="0"/>
                </a:moveTo>
                <a:lnTo>
                  <a:pt x="3749200" y="0"/>
                </a:lnTo>
                <a:lnTo>
                  <a:pt x="3749200" y="1334461"/>
                </a:lnTo>
                <a:lnTo>
                  <a:pt x="0" y="1334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538847" y="6351197"/>
            <a:ext cx="1691705" cy="3935803"/>
          </a:xfrm>
          <a:custGeom>
            <a:avLst/>
            <a:gdLst/>
            <a:ahLst/>
            <a:cxnLst/>
            <a:rect l="l" t="t" r="r" b="b"/>
            <a:pathLst>
              <a:path w="1691705" h="3935803">
                <a:moveTo>
                  <a:pt x="0" y="0"/>
                </a:moveTo>
                <a:lnTo>
                  <a:pt x="1691705" y="0"/>
                </a:lnTo>
                <a:lnTo>
                  <a:pt x="1691705" y="3935803"/>
                </a:lnTo>
                <a:lnTo>
                  <a:pt x="0" y="39358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063834" y="7032559"/>
            <a:ext cx="10872096" cy="1652688"/>
          </a:xfrm>
          <a:custGeom>
            <a:avLst/>
            <a:gdLst/>
            <a:ahLst/>
            <a:cxnLst/>
            <a:rect l="l" t="t" r="r" b="b"/>
            <a:pathLst>
              <a:path w="10872096" h="1652688">
                <a:moveTo>
                  <a:pt x="0" y="0"/>
                </a:moveTo>
                <a:lnTo>
                  <a:pt x="10872096" y="0"/>
                </a:lnTo>
                <a:lnTo>
                  <a:pt x="10872096" y="1652688"/>
                </a:lnTo>
                <a:lnTo>
                  <a:pt x="0" y="16526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10424008" y="5484025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986104"/>
            <a:ext cx="141214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At what hour of the day is nitrogen dioxide (NO₂) at its highest?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695950"/>
            <a:ext cx="1535403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What is the average ozone (O₃) level at different temperature ranges?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19000" y="8485881"/>
            <a:ext cx="5860166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highest level is usually associated with a rise in temperature.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88695" y="4537924"/>
            <a:ext cx="608828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highest time is 4 PM, which is when people usually leave work.</a:t>
            </a:r>
          </a:p>
        </p:txBody>
      </p:sp>
      <p:sp>
        <p:nvSpPr>
          <p:cNvPr id="23" name="Freeform 23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81140" y="3574955"/>
            <a:ext cx="10076792" cy="1902042"/>
            <a:chOff x="0" y="0"/>
            <a:chExt cx="2030748" cy="3833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0748" cy="383313"/>
            </a:xfrm>
            <a:custGeom>
              <a:avLst/>
              <a:gdLst/>
              <a:ahLst/>
              <a:cxnLst/>
              <a:rect l="l" t="t" r="r" b="b"/>
              <a:pathLst>
                <a:path w="2030748" h="383313">
                  <a:moveTo>
                    <a:pt x="19207" y="0"/>
                  </a:moveTo>
                  <a:lnTo>
                    <a:pt x="2011541" y="0"/>
                  </a:lnTo>
                  <a:cubicBezTo>
                    <a:pt x="2022148" y="0"/>
                    <a:pt x="2030748" y="8599"/>
                    <a:pt x="2030748" y="19207"/>
                  </a:cubicBezTo>
                  <a:lnTo>
                    <a:pt x="2030748" y="364106"/>
                  </a:lnTo>
                  <a:cubicBezTo>
                    <a:pt x="2030748" y="369200"/>
                    <a:pt x="2028724" y="374086"/>
                    <a:pt x="2025122" y="377688"/>
                  </a:cubicBezTo>
                  <a:cubicBezTo>
                    <a:pt x="2021520" y="381290"/>
                    <a:pt x="2016635" y="383313"/>
                    <a:pt x="2011541" y="383313"/>
                  </a:cubicBezTo>
                  <a:lnTo>
                    <a:pt x="19207" y="383313"/>
                  </a:lnTo>
                  <a:cubicBezTo>
                    <a:pt x="14113" y="383313"/>
                    <a:pt x="9228" y="381290"/>
                    <a:pt x="5626" y="377688"/>
                  </a:cubicBezTo>
                  <a:cubicBezTo>
                    <a:pt x="2024" y="374086"/>
                    <a:pt x="0" y="369200"/>
                    <a:pt x="0" y="364106"/>
                  </a:cubicBezTo>
                  <a:lnTo>
                    <a:pt x="0" y="19207"/>
                  </a:lnTo>
                  <a:cubicBezTo>
                    <a:pt x="0" y="14113"/>
                    <a:pt x="2024" y="9228"/>
                    <a:pt x="5626" y="5626"/>
                  </a:cubicBezTo>
                  <a:cubicBezTo>
                    <a:pt x="9228" y="2024"/>
                    <a:pt x="14113" y="0"/>
                    <a:pt x="19207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30748" cy="430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81140" y="7614321"/>
            <a:ext cx="10477542" cy="1492346"/>
            <a:chOff x="0" y="0"/>
            <a:chExt cx="2111510" cy="3007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1510" cy="300748"/>
            </a:xfrm>
            <a:custGeom>
              <a:avLst/>
              <a:gdLst/>
              <a:ahLst/>
              <a:cxnLst/>
              <a:rect l="l" t="t" r="r" b="b"/>
              <a:pathLst>
                <a:path w="2111510" h="300748">
                  <a:moveTo>
                    <a:pt x="18473" y="0"/>
                  </a:moveTo>
                  <a:lnTo>
                    <a:pt x="2093037" y="0"/>
                  </a:lnTo>
                  <a:cubicBezTo>
                    <a:pt x="2097936" y="0"/>
                    <a:pt x="2102635" y="1946"/>
                    <a:pt x="2106099" y="5411"/>
                  </a:cubicBezTo>
                  <a:cubicBezTo>
                    <a:pt x="2109563" y="8875"/>
                    <a:pt x="2111510" y="13573"/>
                    <a:pt x="2111510" y="18473"/>
                  </a:cubicBezTo>
                  <a:lnTo>
                    <a:pt x="2111510" y="282276"/>
                  </a:lnTo>
                  <a:cubicBezTo>
                    <a:pt x="2111510" y="292478"/>
                    <a:pt x="2103239" y="300748"/>
                    <a:pt x="2093037" y="300748"/>
                  </a:cubicBezTo>
                  <a:lnTo>
                    <a:pt x="18473" y="300748"/>
                  </a:lnTo>
                  <a:cubicBezTo>
                    <a:pt x="13573" y="300748"/>
                    <a:pt x="8875" y="298802"/>
                    <a:pt x="5411" y="295338"/>
                  </a:cubicBezTo>
                  <a:cubicBezTo>
                    <a:pt x="1946" y="291874"/>
                    <a:pt x="0" y="287175"/>
                    <a:pt x="0" y="282276"/>
                  </a:cubicBezTo>
                  <a:lnTo>
                    <a:pt x="0" y="18473"/>
                  </a:lnTo>
                  <a:cubicBezTo>
                    <a:pt x="0" y="8270"/>
                    <a:pt x="8270" y="0"/>
                    <a:pt x="18473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111510" cy="348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5671" y="3731367"/>
            <a:ext cx="9247731" cy="1589217"/>
          </a:xfrm>
          <a:custGeom>
            <a:avLst/>
            <a:gdLst/>
            <a:ahLst/>
            <a:cxnLst/>
            <a:rect l="l" t="t" r="r" b="b"/>
            <a:pathLst>
              <a:path w="9247731" h="1589217">
                <a:moveTo>
                  <a:pt x="0" y="0"/>
                </a:moveTo>
                <a:lnTo>
                  <a:pt x="9247731" y="0"/>
                </a:lnTo>
                <a:lnTo>
                  <a:pt x="9247731" y="1589217"/>
                </a:lnTo>
                <a:lnTo>
                  <a:pt x="0" y="15892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73564" y="2789134"/>
            <a:ext cx="2695348" cy="3473683"/>
          </a:xfrm>
          <a:custGeom>
            <a:avLst/>
            <a:gdLst/>
            <a:ahLst/>
            <a:cxnLst/>
            <a:rect l="l" t="t" r="r" b="b"/>
            <a:pathLst>
              <a:path w="2695348" h="3473683">
                <a:moveTo>
                  <a:pt x="0" y="0"/>
                </a:moveTo>
                <a:lnTo>
                  <a:pt x="2695347" y="0"/>
                </a:lnTo>
                <a:lnTo>
                  <a:pt x="2695347" y="3473683"/>
                </a:lnTo>
                <a:lnTo>
                  <a:pt x="0" y="3473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963141" y="7717411"/>
            <a:ext cx="9414734" cy="1286166"/>
          </a:xfrm>
          <a:custGeom>
            <a:avLst/>
            <a:gdLst/>
            <a:ahLst/>
            <a:cxnLst/>
            <a:rect l="l" t="t" r="r" b="b"/>
            <a:pathLst>
              <a:path w="9414734" h="1286166">
                <a:moveTo>
                  <a:pt x="0" y="0"/>
                </a:moveTo>
                <a:lnTo>
                  <a:pt x="9414734" y="0"/>
                </a:lnTo>
                <a:lnTo>
                  <a:pt x="9414734" y="1286166"/>
                </a:lnTo>
                <a:lnTo>
                  <a:pt x="0" y="1286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461094" y="7289737"/>
            <a:ext cx="3720288" cy="1713840"/>
          </a:xfrm>
          <a:custGeom>
            <a:avLst/>
            <a:gdLst/>
            <a:ahLst/>
            <a:cxnLst/>
            <a:rect l="l" t="t" r="r" b="b"/>
            <a:pathLst>
              <a:path w="3720288" h="1713840">
                <a:moveTo>
                  <a:pt x="0" y="0"/>
                </a:moveTo>
                <a:lnTo>
                  <a:pt x="3720287" y="0"/>
                </a:lnTo>
                <a:lnTo>
                  <a:pt x="3720287" y="1713840"/>
                </a:lnTo>
                <a:lnTo>
                  <a:pt x="0" y="1713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020" y="2098188"/>
            <a:ext cx="13612165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What is the average carbon monoxide (CO) level at different humidity levels?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902996"/>
            <a:ext cx="1174311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Which 5 days had the highest average temperature, and what was the average ozone on those days?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9913117" y="2023947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0"/>
                </a:lnTo>
                <a:lnTo>
                  <a:pt x="0" y="6698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5649" t="-6811" r="-129953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086641" y="5025802"/>
            <a:ext cx="608828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humidity is associated with higher CO, showing that moist air traps pollutants</a:t>
            </a:r>
          </a:p>
        </p:txBody>
      </p:sp>
      <p:sp>
        <p:nvSpPr>
          <p:cNvPr id="21" name="Freeform 21"/>
          <p:cNvSpPr/>
          <p:nvPr/>
        </p:nvSpPr>
        <p:spPr>
          <a:xfrm rot="5400000">
            <a:off x="10010767" y="5595070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8" y="0"/>
                </a:lnTo>
                <a:lnTo>
                  <a:pt x="850148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5649" t="-6811" r="-12995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84290" y="8596925"/>
            <a:ext cx="608828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the hottest days, ozone levels were also among the highest</a:t>
            </a:r>
          </a:p>
        </p:txBody>
      </p:sp>
      <p:sp>
        <p:nvSpPr>
          <p:cNvPr id="23" name="Freeform 23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96126" y="6757824"/>
            <a:ext cx="11400954" cy="2202158"/>
            <a:chOff x="0" y="0"/>
            <a:chExt cx="2297602" cy="4437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7602" cy="443795"/>
            </a:xfrm>
            <a:custGeom>
              <a:avLst/>
              <a:gdLst/>
              <a:ahLst/>
              <a:cxnLst/>
              <a:rect l="l" t="t" r="r" b="b"/>
              <a:pathLst>
                <a:path w="2297602" h="443795">
                  <a:moveTo>
                    <a:pt x="16976" y="0"/>
                  </a:moveTo>
                  <a:lnTo>
                    <a:pt x="2280626" y="0"/>
                  </a:lnTo>
                  <a:cubicBezTo>
                    <a:pt x="2285128" y="0"/>
                    <a:pt x="2289446" y="1789"/>
                    <a:pt x="2292630" y="4972"/>
                  </a:cubicBezTo>
                  <a:cubicBezTo>
                    <a:pt x="2295814" y="8156"/>
                    <a:pt x="2297602" y="12474"/>
                    <a:pt x="2297602" y="16976"/>
                  </a:cubicBezTo>
                  <a:lnTo>
                    <a:pt x="2297602" y="426818"/>
                  </a:lnTo>
                  <a:cubicBezTo>
                    <a:pt x="2297602" y="431321"/>
                    <a:pt x="2295814" y="435639"/>
                    <a:pt x="2292630" y="438822"/>
                  </a:cubicBezTo>
                  <a:cubicBezTo>
                    <a:pt x="2289446" y="442006"/>
                    <a:pt x="2285128" y="443795"/>
                    <a:pt x="2280626" y="443795"/>
                  </a:cubicBezTo>
                  <a:lnTo>
                    <a:pt x="16976" y="443795"/>
                  </a:lnTo>
                  <a:cubicBezTo>
                    <a:pt x="12474" y="443795"/>
                    <a:pt x="8156" y="442006"/>
                    <a:pt x="4972" y="438822"/>
                  </a:cubicBezTo>
                  <a:cubicBezTo>
                    <a:pt x="1789" y="435639"/>
                    <a:pt x="0" y="431321"/>
                    <a:pt x="0" y="426818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97602" cy="49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19000" y="8485881"/>
            <a:ext cx="5860166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highest level is usually associated with a rise in temperature.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52685" y="2964132"/>
            <a:ext cx="9196398" cy="1776132"/>
            <a:chOff x="0" y="0"/>
            <a:chExt cx="1853324" cy="3579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53324" cy="357939"/>
            </a:xfrm>
            <a:custGeom>
              <a:avLst/>
              <a:gdLst/>
              <a:ahLst/>
              <a:cxnLst/>
              <a:rect l="l" t="t" r="r" b="b"/>
              <a:pathLst>
                <a:path w="1853324" h="357939">
                  <a:moveTo>
                    <a:pt x="21046" y="0"/>
                  </a:moveTo>
                  <a:lnTo>
                    <a:pt x="1832278" y="0"/>
                  </a:lnTo>
                  <a:cubicBezTo>
                    <a:pt x="1843902" y="0"/>
                    <a:pt x="1853324" y="9423"/>
                    <a:pt x="1853324" y="21046"/>
                  </a:cubicBezTo>
                  <a:lnTo>
                    <a:pt x="1853324" y="336893"/>
                  </a:lnTo>
                  <a:cubicBezTo>
                    <a:pt x="1853324" y="348516"/>
                    <a:pt x="1843902" y="357939"/>
                    <a:pt x="1832278" y="357939"/>
                  </a:cubicBezTo>
                  <a:lnTo>
                    <a:pt x="21046" y="357939"/>
                  </a:lnTo>
                  <a:cubicBezTo>
                    <a:pt x="9423" y="357939"/>
                    <a:pt x="0" y="348516"/>
                    <a:pt x="0" y="336893"/>
                  </a:cubicBezTo>
                  <a:lnTo>
                    <a:pt x="0" y="21046"/>
                  </a:lnTo>
                  <a:cubicBezTo>
                    <a:pt x="0" y="9423"/>
                    <a:pt x="9423" y="0"/>
                    <a:pt x="21046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853324" cy="405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30961" y="3217188"/>
            <a:ext cx="8839844" cy="1270020"/>
          </a:xfrm>
          <a:custGeom>
            <a:avLst/>
            <a:gdLst/>
            <a:ahLst/>
            <a:cxnLst/>
            <a:rect l="l" t="t" r="r" b="b"/>
            <a:pathLst>
              <a:path w="8839844" h="1270020">
                <a:moveTo>
                  <a:pt x="0" y="0"/>
                </a:moveTo>
                <a:lnTo>
                  <a:pt x="8839845" y="0"/>
                </a:lnTo>
                <a:lnTo>
                  <a:pt x="8839845" y="1270020"/>
                </a:lnTo>
                <a:lnTo>
                  <a:pt x="0" y="12700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424008" y="1536068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248716" y="2708815"/>
            <a:ext cx="3010584" cy="2872957"/>
          </a:xfrm>
          <a:custGeom>
            <a:avLst/>
            <a:gdLst/>
            <a:ahLst/>
            <a:cxnLst/>
            <a:rect l="l" t="t" r="r" b="b"/>
            <a:pathLst>
              <a:path w="3010584" h="2872957">
                <a:moveTo>
                  <a:pt x="0" y="0"/>
                </a:moveTo>
                <a:lnTo>
                  <a:pt x="3010584" y="0"/>
                </a:lnTo>
                <a:lnTo>
                  <a:pt x="3010584" y="2872957"/>
                </a:lnTo>
                <a:lnTo>
                  <a:pt x="0" y="2872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50032" y="7030252"/>
            <a:ext cx="10893140" cy="1657302"/>
          </a:xfrm>
          <a:custGeom>
            <a:avLst/>
            <a:gdLst/>
            <a:ahLst/>
            <a:cxnLst/>
            <a:rect l="l" t="t" r="r" b="b"/>
            <a:pathLst>
              <a:path w="10893140" h="1657302">
                <a:moveTo>
                  <a:pt x="0" y="0"/>
                </a:moveTo>
                <a:lnTo>
                  <a:pt x="10893140" y="0"/>
                </a:lnTo>
                <a:lnTo>
                  <a:pt x="10893140" y="1657302"/>
                </a:lnTo>
                <a:lnTo>
                  <a:pt x="0" y="1657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10424008" y="5484025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82082" y="6416675"/>
            <a:ext cx="1743851" cy="3585489"/>
          </a:xfrm>
          <a:custGeom>
            <a:avLst/>
            <a:gdLst/>
            <a:ahLst/>
            <a:cxnLst/>
            <a:rect l="l" t="t" r="r" b="b"/>
            <a:pathLst>
              <a:path w="1743851" h="3585489">
                <a:moveTo>
                  <a:pt x="0" y="0"/>
                </a:moveTo>
                <a:lnTo>
                  <a:pt x="1743852" y="0"/>
                </a:lnTo>
                <a:lnTo>
                  <a:pt x="1743852" y="3585489"/>
                </a:lnTo>
                <a:lnTo>
                  <a:pt x="0" y="35854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986104"/>
            <a:ext cx="1654498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10. What are the average benzene (C6H6) levels across the hours of the day?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695950"/>
            <a:ext cx="1535403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11. What are the average ozone (O₃) levels across the hours of the day?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26665" y="4537924"/>
            <a:ext cx="608828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Benzene is higher in the morning and evening, reflecting its link to traffic activity.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2259" y="8483280"/>
            <a:ext cx="637709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Ozone is lowest in the morning, rises during midday with sunlight, and drops again at night.</a:t>
            </a:r>
          </a:p>
        </p:txBody>
      </p:sp>
      <p:sp>
        <p:nvSpPr>
          <p:cNvPr id="24" name="Freeform 24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96126" y="6757824"/>
            <a:ext cx="8762451" cy="2500476"/>
            <a:chOff x="0" y="0"/>
            <a:chExt cx="1765872" cy="5039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5872" cy="503914"/>
            </a:xfrm>
            <a:custGeom>
              <a:avLst/>
              <a:gdLst/>
              <a:ahLst/>
              <a:cxnLst/>
              <a:rect l="l" t="t" r="r" b="b"/>
              <a:pathLst>
                <a:path w="1765872" h="503914">
                  <a:moveTo>
                    <a:pt x="22088" y="0"/>
                  </a:moveTo>
                  <a:lnTo>
                    <a:pt x="1743784" y="0"/>
                  </a:lnTo>
                  <a:cubicBezTo>
                    <a:pt x="1755983" y="0"/>
                    <a:pt x="1765872" y="9889"/>
                    <a:pt x="1765872" y="22088"/>
                  </a:cubicBezTo>
                  <a:lnTo>
                    <a:pt x="1765872" y="481826"/>
                  </a:lnTo>
                  <a:cubicBezTo>
                    <a:pt x="1765872" y="487684"/>
                    <a:pt x="1763545" y="493302"/>
                    <a:pt x="1759403" y="497444"/>
                  </a:cubicBezTo>
                  <a:cubicBezTo>
                    <a:pt x="1755260" y="501587"/>
                    <a:pt x="1749642" y="503914"/>
                    <a:pt x="1743784" y="503914"/>
                  </a:cubicBezTo>
                  <a:lnTo>
                    <a:pt x="22088" y="503914"/>
                  </a:lnTo>
                  <a:cubicBezTo>
                    <a:pt x="9889" y="503914"/>
                    <a:pt x="0" y="494025"/>
                    <a:pt x="0" y="481826"/>
                  </a:cubicBezTo>
                  <a:lnTo>
                    <a:pt x="0" y="22088"/>
                  </a:lnTo>
                  <a:cubicBezTo>
                    <a:pt x="0" y="9889"/>
                    <a:pt x="9889" y="0"/>
                    <a:pt x="22088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65872" cy="551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2685" y="2964132"/>
            <a:ext cx="7281041" cy="1776132"/>
            <a:chOff x="0" y="0"/>
            <a:chExt cx="1467328" cy="3579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7328" cy="357939"/>
            </a:xfrm>
            <a:custGeom>
              <a:avLst/>
              <a:gdLst/>
              <a:ahLst/>
              <a:cxnLst/>
              <a:rect l="l" t="t" r="r" b="b"/>
              <a:pathLst>
                <a:path w="1467328" h="357939">
                  <a:moveTo>
                    <a:pt x="26582" y="0"/>
                  </a:moveTo>
                  <a:lnTo>
                    <a:pt x="1440745" y="0"/>
                  </a:lnTo>
                  <a:cubicBezTo>
                    <a:pt x="1455426" y="0"/>
                    <a:pt x="1467328" y="11901"/>
                    <a:pt x="1467328" y="26582"/>
                  </a:cubicBezTo>
                  <a:lnTo>
                    <a:pt x="1467328" y="331356"/>
                  </a:lnTo>
                  <a:cubicBezTo>
                    <a:pt x="1467328" y="338407"/>
                    <a:pt x="1464527" y="345168"/>
                    <a:pt x="1459542" y="350153"/>
                  </a:cubicBezTo>
                  <a:cubicBezTo>
                    <a:pt x="1454557" y="355138"/>
                    <a:pt x="1447796" y="357939"/>
                    <a:pt x="1440745" y="357939"/>
                  </a:cubicBezTo>
                  <a:lnTo>
                    <a:pt x="26582" y="357939"/>
                  </a:lnTo>
                  <a:cubicBezTo>
                    <a:pt x="19532" y="357939"/>
                    <a:pt x="12771" y="355138"/>
                    <a:pt x="7786" y="350153"/>
                  </a:cubicBezTo>
                  <a:cubicBezTo>
                    <a:pt x="2801" y="345168"/>
                    <a:pt x="0" y="338407"/>
                    <a:pt x="0" y="331356"/>
                  </a:cubicBezTo>
                  <a:lnTo>
                    <a:pt x="0" y="26582"/>
                  </a:lnTo>
                  <a:cubicBezTo>
                    <a:pt x="0" y="19532"/>
                    <a:pt x="2801" y="12771"/>
                    <a:pt x="7786" y="7786"/>
                  </a:cubicBezTo>
                  <a:cubicBezTo>
                    <a:pt x="12771" y="2801"/>
                    <a:pt x="19532" y="0"/>
                    <a:pt x="26582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67328" cy="405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850032" y="3113554"/>
            <a:ext cx="6888232" cy="1462470"/>
          </a:xfrm>
          <a:custGeom>
            <a:avLst/>
            <a:gdLst/>
            <a:ahLst/>
            <a:cxnLst/>
            <a:rect l="l" t="t" r="r" b="b"/>
            <a:pathLst>
              <a:path w="6888232" h="1462470">
                <a:moveTo>
                  <a:pt x="0" y="0"/>
                </a:moveTo>
                <a:lnTo>
                  <a:pt x="6888232" y="0"/>
                </a:lnTo>
                <a:lnTo>
                  <a:pt x="6888232" y="1462470"/>
                </a:lnTo>
                <a:lnTo>
                  <a:pt x="0" y="14624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10424008" y="1536068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756641" y="2494637"/>
            <a:ext cx="5189180" cy="2080686"/>
          </a:xfrm>
          <a:custGeom>
            <a:avLst/>
            <a:gdLst/>
            <a:ahLst/>
            <a:cxnLst/>
            <a:rect l="l" t="t" r="r" b="b"/>
            <a:pathLst>
              <a:path w="5189180" h="2080686">
                <a:moveTo>
                  <a:pt x="0" y="0"/>
                </a:moveTo>
                <a:lnTo>
                  <a:pt x="5189180" y="0"/>
                </a:lnTo>
                <a:lnTo>
                  <a:pt x="5189180" y="2080686"/>
                </a:lnTo>
                <a:lnTo>
                  <a:pt x="0" y="2080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952153" y="6931363"/>
            <a:ext cx="8050397" cy="2153398"/>
          </a:xfrm>
          <a:custGeom>
            <a:avLst/>
            <a:gdLst/>
            <a:ahLst/>
            <a:cxnLst/>
            <a:rect l="l" t="t" r="r" b="b"/>
            <a:pathLst>
              <a:path w="8050397" h="2153398">
                <a:moveTo>
                  <a:pt x="0" y="0"/>
                </a:moveTo>
                <a:lnTo>
                  <a:pt x="8050396" y="0"/>
                </a:lnTo>
                <a:lnTo>
                  <a:pt x="8050396" y="2153398"/>
                </a:lnTo>
                <a:lnTo>
                  <a:pt x="0" y="2153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10407761" y="5793270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649" t="-6811" r="-12995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919000" y="8795126"/>
            <a:ext cx="5860166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days were warmer with higher wind, which helped disperse pollutants.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849320" y="6476774"/>
            <a:ext cx="5003822" cy="2356451"/>
          </a:xfrm>
          <a:custGeom>
            <a:avLst/>
            <a:gdLst/>
            <a:ahLst/>
            <a:cxnLst/>
            <a:rect l="l" t="t" r="r" b="b"/>
            <a:pathLst>
              <a:path w="5003822" h="2356451">
                <a:moveTo>
                  <a:pt x="0" y="0"/>
                </a:moveTo>
                <a:lnTo>
                  <a:pt x="5003822" y="0"/>
                </a:lnTo>
                <a:lnTo>
                  <a:pt x="5003822" y="2356452"/>
                </a:lnTo>
                <a:lnTo>
                  <a:pt x="0" y="2356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986104"/>
            <a:ext cx="1122888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12. Which 3 days had the highest average CO levels?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695950"/>
            <a:ext cx="114060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13. Which 3 days had the lowest average NOx levels?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88695" y="4537924"/>
            <a:ext cx="608828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days were likely cold, calm winter days when pollution accumulates due to low wind.</a:t>
            </a:r>
          </a:p>
        </p:txBody>
      </p:sp>
      <p:sp>
        <p:nvSpPr>
          <p:cNvPr id="23" name="Freeform 23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" y="5638922"/>
            <a:ext cx="18410665" cy="3305584"/>
          </a:xfrm>
          <a:custGeom>
            <a:avLst/>
            <a:gdLst/>
            <a:ahLst/>
            <a:cxnLst/>
            <a:rect l="l" t="t" r="r" b="b"/>
            <a:pathLst>
              <a:path w="18410665" h="3305584">
                <a:moveTo>
                  <a:pt x="0" y="0"/>
                </a:moveTo>
                <a:lnTo>
                  <a:pt x="18410665" y="0"/>
                </a:lnTo>
                <a:lnTo>
                  <a:pt x="18410665" y="3305584"/>
                </a:lnTo>
                <a:lnTo>
                  <a:pt x="0" y="33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14063" y="8521380"/>
            <a:ext cx="19116127" cy="2015882"/>
          </a:xfrm>
          <a:custGeom>
            <a:avLst/>
            <a:gdLst/>
            <a:ahLst/>
            <a:cxnLst/>
            <a:rect l="l" t="t" r="r" b="b"/>
            <a:pathLst>
              <a:path w="19116127" h="2015882">
                <a:moveTo>
                  <a:pt x="0" y="0"/>
                </a:moveTo>
                <a:lnTo>
                  <a:pt x="19116126" y="0"/>
                </a:lnTo>
                <a:lnTo>
                  <a:pt x="19116126" y="2015882"/>
                </a:lnTo>
                <a:lnTo>
                  <a:pt x="0" y="2015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76976" y="-605810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6" y="0"/>
                </a:lnTo>
                <a:lnTo>
                  <a:pt x="5011526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09638" y="-674892"/>
            <a:ext cx="5011526" cy="2036848"/>
          </a:xfrm>
          <a:custGeom>
            <a:avLst/>
            <a:gdLst/>
            <a:ahLst/>
            <a:cxnLst/>
            <a:rect l="l" t="t" r="r" b="b"/>
            <a:pathLst>
              <a:path w="5011526" h="2036848">
                <a:moveTo>
                  <a:pt x="0" y="0"/>
                </a:moveTo>
                <a:lnTo>
                  <a:pt x="5011527" y="0"/>
                </a:lnTo>
                <a:lnTo>
                  <a:pt x="5011527" y="2036848"/>
                </a:lnTo>
                <a:lnTo>
                  <a:pt x="0" y="2036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52685" y="7103519"/>
            <a:ext cx="7284444" cy="3145381"/>
            <a:chOff x="0" y="0"/>
            <a:chExt cx="1468014" cy="633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8014" cy="633880"/>
            </a:xfrm>
            <a:custGeom>
              <a:avLst/>
              <a:gdLst/>
              <a:ahLst/>
              <a:cxnLst/>
              <a:rect l="l" t="t" r="r" b="b"/>
              <a:pathLst>
                <a:path w="1468014" h="633880">
                  <a:moveTo>
                    <a:pt x="26570" y="0"/>
                  </a:moveTo>
                  <a:lnTo>
                    <a:pt x="1441444" y="0"/>
                  </a:lnTo>
                  <a:cubicBezTo>
                    <a:pt x="1448490" y="0"/>
                    <a:pt x="1455249" y="2799"/>
                    <a:pt x="1460232" y="7782"/>
                  </a:cubicBezTo>
                  <a:cubicBezTo>
                    <a:pt x="1465214" y="12765"/>
                    <a:pt x="1468014" y="19523"/>
                    <a:pt x="1468014" y="26570"/>
                  </a:cubicBezTo>
                  <a:lnTo>
                    <a:pt x="1468014" y="607310"/>
                  </a:lnTo>
                  <a:cubicBezTo>
                    <a:pt x="1468014" y="614357"/>
                    <a:pt x="1465214" y="621115"/>
                    <a:pt x="1460232" y="626098"/>
                  </a:cubicBezTo>
                  <a:cubicBezTo>
                    <a:pt x="1455249" y="631080"/>
                    <a:pt x="1448490" y="633880"/>
                    <a:pt x="1441444" y="633880"/>
                  </a:cubicBezTo>
                  <a:lnTo>
                    <a:pt x="26570" y="633880"/>
                  </a:lnTo>
                  <a:cubicBezTo>
                    <a:pt x="11896" y="633880"/>
                    <a:pt x="0" y="621984"/>
                    <a:pt x="0" y="607310"/>
                  </a:cubicBezTo>
                  <a:lnTo>
                    <a:pt x="0" y="26570"/>
                  </a:lnTo>
                  <a:cubicBezTo>
                    <a:pt x="0" y="11896"/>
                    <a:pt x="11896" y="0"/>
                    <a:pt x="26570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8014" cy="681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2685" y="2964132"/>
            <a:ext cx="5847198" cy="2848125"/>
            <a:chOff x="0" y="0"/>
            <a:chExt cx="1178369" cy="573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8369" cy="573975"/>
            </a:xfrm>
            <a:custGeom>
              <a:avLst/>
              <a:gdLst/>
              <a:ahLst/>
              <a:cxnLst/>
              <a:rect l="l" t="t" r="r" b="b"/>
              <a:pathLst>
                <a:path w="1178369" h="573975">
                  <a:moveTo>
                    <a:pt x="33101" y="0"/>
                  </a:moveTo>
                  <a:lnTo>
                    <a:pt x="1145268" y="0"/>
                  </a:lnTo>
                  <a:cubicBezTo>
                    <a:pt x="1163550" y="0"/>
                    <a:pt x="1178369" y="14820"/>
                    <a:pt x="1178369" y="33101"/>
                  </a:cubicBezTo>
                  <a:lnTo>
                    <a:pt x="1178369" y="540874"/>
                  </a:lnTo>
                  <a:cubicBezTo>
                    <a:pt x="1178369" y="559155"/>
                    <a:pt x="1163550" y="573975"/>
                    <a:pt x="1145268" y="573975"/>
                  </a:cubicBezTo>
                  <a:lnTo>
                    <a:pt x="33101" y="573975"/>
                  </a:lnTo>
                  <a:cubicBezTo>
                    <a:pt x="14820" y="573975"/>
                    <a:pt x="0" y="559155"/>
                    <a:pt x="0" y="540874"/>
                  </a:cubicBezTo>
                  <a:lnTo>
                    <a:pt x="0" y="33101"/>
                  </a:lnTo>
                  <a:cubicBezTo>
                    <a:pt x="0" y="14820"/>
                    <a:pt x="14820" y="0"/>
                    <a:pt x="33101" y="0"/>
                  </a:cubicBezTo>
                  <a:close/>
                </a:path>
              </a:pathLst>
            </a:custGeom>
            <a:solidFill>
              <a:srgbClr val="FAFDFF"/>
            </a:solidFill>
            <a:ln cap="rnd">
              <a:noFill/>
              <a:prstDash val="lgDash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78369" cy="62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86972" y="3120013"/>
            <a:ext cx="5330967" cy="2518909"/>
          </a:xfrm>
          <a:custGeom>
            <a:avLst/>
            <a:gdLst/>
            <a:ahLst/>
            <a:cxnLst/>
            <a:rect l="l" t="t" r="r" b="b"/>
            <a:pathLst>
              <a:path w="5330967" h="2518909">
                <a:moveTo>
                  <a:pt x="0" y="0"/>
                </a:moveTo>
                <a:lnTo>
                  <a:pt x="5330967" y="0"/>
                </a:lnTo>
                <a:lnTo>
                  <a:pt x="5330967" y="2518909"/>
                </a:lnTo>
                <a:lnTo>
                  <a:pt x="0" y="25189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126905" y="7221515"/>
            <a:ext cx="6336003" cy="2909389"/>
          </a:xfrm>
          <a:custGeom>
            <a:avLst/>
            <a:gdLst/>
            <a:ahLst/>
            <a:cxnLst/>
            <a:rect l="l" t="t" r="r" b="b"/>
            <a:pathLst>
              <a:path w="6336003" h="2909389">
                <a:moveTo>
                  <a:pt x="0" y="0"/>
                </a:moveTo>
                <a:lnTo>
                  <a:pt x="6336003" y="0"/>
                </a:lnTo>
                <a:lnTo>
                  <a:pt x="6336003" y="2909389"/>
                </a:lnTo>
                <a:lnTo>
                  <a:pt x="0" y="29093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434757" y="2685648"/>
            <a:ext cx="5583880" cy="1890376"/>
          </a:xfrm>
          <a:custGeom>
            <a:avLst/>
            <a:gdLst/>
            <a:ahLst/>
            <a:cxnLst/>
            <a:rect l="l" t="t" r="r" b="b"/>
            <a:pathLst>
              <a:path w="5583880" h="1890376">
                <a:moveTo>
                  <a:pt x="0" y="0"/>
                </a:moveTo>
                <a:lnTo>
                  <a:pt x="5583881" y="0"/>
                </a:lnTo>
                <a:lnTo>
                  <a:pt x="5583881" y="1890376"/>
                </a:lnTo>
                <a:lnTo>
                  <a:pt x="0" y="18903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9379363" y="6474625"/>
            <a:ext cx="850149" cy="6698401"/>
          </a:xfrm>
          <a:custGeom>
            <a:avLst/>
            <a:gdLst/>
            <a:ahLst/>
            <a:cxnLst/>
            <a:rect l="l" t="t" r="r" b="b"/>
            <a:pathLst>
              <a:path w="850149" h="6698401">
                <a:moveTo>
                  <a:pt x="0" y="0"/>
                </a:moveTo>
                <a:lnTo>
                  <a:pt x="850149" y="0"/>
                </a:lnTo>
                <a:lnTo>
                  <a:pt x="850149" y="6698401"/>
                </a:lnTo>
                <a:lnTo>
                  <a:pt x="0" y="66984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5649" t="-6811" r="-129953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811351" y="6702171"/>
            <a:ext cx="4830692" cy="3207154"/>
          </a:xfrm>
          <a:custGeom>
            <a:avLst/>
            <a:gdLst/>
            <a:ahLst/>
            <a:cxnLst/>
            <a:rect l="l" t="t" r="r" b="b"/>
            <a:pathLst>
              <a:path w="4830692" h="3207154">
                <a:moveTo>
                  <a:pt x="0" y="0"/>
                </a:moveTo>
                <a:lnTo>
                  <a:pt x="4830693" y="0"/>
                </a:lnTo>
                <a:lnTo>
                  <a:pt x="4830693" y="3207154"/>
                </a:lnTo>
                <a:lnTo>
                  <a:pt x="0" y="32071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874355" y="9474315"/>
            <a:ext cx="5860166" cy="65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Higher temperatures reduce CO and NOx but increase ozone.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4436" y="172082"/>
            <a:ext cx="9659127" cy="156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874"/>
              </a:lnSpc>
              <a:spcBef>
                <a:spcPct val="0"/>
              </a:spcBef>
            </a:pPr>
            <a:r>
              <a:rPr lang="en-US" sz="9196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SQL</a:t>
            </a:r>
            <a:r>
              <a:rPr lang="en-US" sz="9196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 QUERIES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785390"/>
            <a:ext cx="11406057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14. How do benzene (C6H6) levels in the morning (7–9 AM) compare to the evening (7–9 PM)?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897654"/>
            <a:ext cx="11406057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15. What is the relationship between temperature and the main pollutants (CO, NOx, O₃)?</a:t>
            </a:r>
          </a:p>
        </p:txBody>
      </p:sp>
      <p:sp>
        <p:nvSpPr>
          <p:cNvPr id="21" name="Freeform 21"/>
          <p:cNvSpPr/>
          <p:nvPr/>
        </p:nvSpPr>
        <p:spPr>
          <a:xfrm rot="1603868">
            <a:off x="12103611" y="-61973"/>
            <a:ext cx="1985026" cy="2181347"/>
          </a:xfrm>
          <a:custGeom>
            <a:avLst/>
            <a:gdLst/>
            <a:ahLst/>
            <a:cxnLst/>
            <a:rect l="l" t="t" r="r" b="b"/>
            <a:pathLst>
              <a:path w="1985026" h="2181347">
                <a:moveTo>
                  <a:pt x="0" y="0"/>
                </a:moveTo>
                <a:lnTo>
                  <a:pt x="1985025" y="0"/>
                </a:lnTo>
                <a:lnTo>
                  <a:pt x="1985025" y="2181346"/>
                </a:lnTo>
                <a:lnTo>
                  <a:pt x="0" y="2181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2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356948" y="1640036"/>
            <a:ext cx="5862104" cy="8976578"/>
          </a:xfrm>
          <a:custGeom>
            <a:avLst/>
            <a:gdLst/>
            <a:ahLst/>
            <a:cxnLst/>
            <a:rect l="l" t="t" r="r" b="b"/>
            <a:pathLst>
              <a:path w="5862104" h="8976578">
                <a:moveTo>
                  <a:pt x="5862104" y="0"/>
                </a:moveTo>
                <a:lnTo>
                  <a:pt x="0" y="0"/>
                </a:lnTo>
                <a:lnTo>
                  <a:pt x="0" y="8976578"/>
                </a:lnTo>
                <a:lnTo>
                  <a:pt x="5862104" y="8976578"/>
                </a:lnTo>
                <a:lnTo>
                  <a:pt x="58621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167424"/>
            <a:ext cx="18668711" cy="3351915"/>
          </a:xfrm>
          <a:custGeom>
            <a:avLst/>
            <a:gdLst/>
            <a:ahLst/>
            <a:cxnLst/>
            <a:rect l="l" t="t" r="r" b="b"/>
            <a:pathLst>
              <a:path w="18668711" h="3351915">
                <a:moveTo>
                  <a:pt x="0" y="0"/>
                </a:moveTo>
                <a:lnTo>
                  <a:pt x="18668711" y="0"/>
                </a:lnTo>
                <a:lnTo>
                  <a:pt x="18668711" y="3351915"/>
                </a:lnTo>
                <a:lnTo>
                  <a:pt x="0" y="3351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74221" y="1952036"/>
            <a:ext cx="11602116" cy="7379233"/>
            <a:chOff x="0" y="0"/>
            <a:chExt cx="3350253" cy="2130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50253" cy="2130844"/>
            </a:xfrm>
            <a:custGeom>
              <a:avLst/>
              <a:gdLst/>
              <a:ahLst/>
              <a:cxnLst/>
              <a:rect l="l" t="t" r="r" b="b"/>
              <a:pathLst>
                <a:path w="3350253" h="2130844">
                  <a:moveTo>
                    <a:pt x="18017" y="0"/>
                  </a:moveTo>
                  <a:lnTo>
                    <a:pt x="3332236" y="0"/>
                  </a:lnTo>
                  <a:cubicBezTo>
                    <a:pt x="3337015" y="0"/>
                    <a:pt x="3341597" y="1898"/>
                    <a:pt x="3344976" y="5277"/>
                  </a:cubicBezTo>
                  <a:cubicBezTo>
                    <a:pt x="3348355" y="8656"/>
                    <a:pt x="3350253" y="13238"/>
                    <a:pt x="3350253" y="18017"/>
                  </a:cubicBezTo>
                  <a:lnTo>
                    <a:pt x="3350253" y="2112827"/>
                  </a:lnTo>
                  <a:cubicBezTo>
                    <a:pt x="3350253" y="2122777"/>
                    <a:pt x="3342187" y="2130844"/>
                    <a:pt x="3332236" y="2130844"/>
                  </a:cubicBezTo>
                  <a:lnTo>
                    <a:pt x="18017" y="2130844"/>
                  </a:lnTo>
                  <a:cubicBezTo>
                    <a:pt x="8066" y="2130844"/>
                    <a:pt x="0" y="2122777"/>
                    <a:pt x="0" y="2112827"/>
                  </a:cubicBezTo>
                  <a:lnTo>
                    <a:pt x="0" y="18017"/>
                  </a:lnTo>
                  <a:cubicBezTo>
                    <a:pt x="0" y="8066"/>
                    <a:pt x="8066" y="0"/>
                    <a:pt x="180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350253" cy="2178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852276" y="-452239"/>
            <a:ext cx="4269265" cy="1735169"/>
          </a:xfrm>
          <a:custGeom>
            <a:avLst/>
            <a:gdLst/>
            <a:ahLst/>
            <a:cxnLst/>
            <a:rect l="l" t="t" r="r" b="b"/>
            <a:pathLst>
              <a:path w="4269265" h="1735169">
                <a:moveTo>
                  <a:pt x="0" y="0"/>
                </a:moveTo>
                <a:lnTo>
                  <a:pt x="4269265" y="0"/>
                </a:lnTo>
                <a:lnTo>
                  <a:pt x="4269265" y="1735169"/>
                </a:lnTo>
                <a:lnTo>
                  <a:pt x="0" y="1735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2357" y="442375"/>
            <a:ext cx="7175037" cy="150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340"/>
              </a:lnSpc>
              <a:spcBef>
                <a:spcPct val="0"/>
              </a:spcBef>
            </a:pPr>
            <a:r>
              <a:rPr lang="en-US" sz="8814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KEY I</a:t>
            </a:r>
            <a:r>
              <a:rPr lang="en-US" sz="8814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NSIGHTS</a:t>
            </a:r>
          </a:p>
        </p:txBody>
      </p:sp>
      <p:sp>
        <p:nvSpPr>
          <p:cNvPr id="9" name="Freeform 9"/>
          <p:cNvSpPr/>
          <p:nvPr/>
        </p:nvSpPr>
        <p:spPr>
          <a:xfrm>
            <a:off x="-1696598" y="9473424"/>
            <a:ext cx="21681195" cy="2286381"/>
          </a:xfrm>
          <a:custGeom>
            <a:avLst/>
            <a:gdLst/>
            <a:ahLst/>
            <a:cxnLst/>
            <a:rect l="l" t="t" r="r" b="b"/>
            <a:pathLst>
              <a:path w="21681195" h="2286381">
                <a:moveTo>
                  <a:pt x="0" y="0"/>
                </a:moveTo>
                <a:lnTo>
                  <a:pt x="21681196" y="0"/>
                </a:lnTo>
                <a:lnTo>
                  <a:pt x="21681196" y="2286380"/>
                </a:lnTo>
                <a:lnTo>
                  <a:pt x="0" y="228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612035" y="-452239"/>
            <a:ext cx="4269265" cy="1735169"/>
          </a:xfrm>
          <a:custGeom>
            <a:avLst/>
            <a:gdLst/>
            <a:ahLst/>
            <a:cxnLst/>
            <a:rect l="l" t="t" r="r" b="b"/>
            <a:pathLst>
              <a:path w="4269265" h="1735169">
                <a:moveTo>
                  <a:pt x="0" y="0"/>
                </a:moveTo>
                <a:lnTo>
                  <a:pt x="4269265" y="0"/>
                </a:lnTo>
                <a:lnTo>
                  <a:pt x="4269265" y="1735169"/>
                </a:lnTo>
                <a:lnTo>
                  <a:pt x="0" y="1735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103728" y="654840"/>
            <a:ext cx="6741151" cy="8977320"/>
          </a:xfrm>
          <a:custGeom>
            <a:avLst/>
            <a:gdLst/>
            <a:ahLst/>
            <a:cxnLst/>
            <a:rect l="l" t="t" r="r" b="b"/>
            <a:pathLst>
              <a:path w="6741151" h="8977320">
                <a:moveTo>
                  <a:pt x="0" y="0"/>
                </a:moveTo>
                <a:lnTo>
                  <a:pt x="6741151" y="0"/>
                </a:lnTo>
                <a:lnTo>
                  <a:pt x="6741151" y="8977320"/>
                </a:lnTo>
                <a:lnTo>
                  <a:pt x="0" y="8977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4221" y="2242703"/>
            <a:ext cx="1144259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 of day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Pollution peaks in mornings and evenings (traffic hours)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221" y="3585728"/>
            <a:ext cx="1144259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Seasons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Winter has higher pollution due to air stagnation, summer shows cleaner air but higher ozone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221" y="4928753"/>
            <a:ext cx="11442590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Hot days → more ozone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Humid days → slower pollutant dispersion</a:t>
            </a:r>
          </a:p>
          <a:p>
            <a:pPr algn="l">
              <a:lnSpc>
                <a:spcPts val="4200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4221" y="6938528"/>
            <a:ext cx="116021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impact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CO, NO₂, and Benzene strongly linked to road activity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221" y="8281552"/>
            <a:ext cx="1144259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time outdoors</a:t>
            </a: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Late night and early dawn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5650" y="6422219"/>
            <a:ext cx="18668711" cy="3351915"/>
          </a:xfrm>
          <a:custGeom>
            <a:avLst/>
            <a:gdLst/>
            <a:ahLst/>
            <a:cxnLst/>
            <a:rect l="l" t="t" r="r" b="b"/>
            <a:pathLst>
              <a:path w="18668711" h="3351915">
                <a:moveTo>
                  <a:pt x="0" y="0"/>
                </a:moveTo>
                <a:lnTo>
                  <a:pt x="18668711" y="0"/>
                </a:lnTo>
                <a:lnTo>
                  <a:pt x="18668711" y="3351915"/>
                </a:lnTo>
                <a:lnTo>
                  <a:pt x="0" y="3351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461428" y="1522059"/>
            <a:ext cx="5712756" cy="8747882"/>
          </a:xfrm>
          <a:custGeom>
            <a:avLst/>
            <a:gdLst/>
            <a:ahLst/>
            <a:cxnLst/>
            <a:rect l="l" t="t" r="r" b="b"/>
            <a:pathLst>
              <a:path w="5712756" h="8747882">
                <a:moveTo>
                  <a:pt x="5712756" y="0"/>
                </a:moveTo>
                <a:lnTo>
                  <a:pt x="0" y="0"/>
                </a:lnTo>
                <a:lnTo>
                  <a:pt x="0" y="8747882"/>
                </a:lnTo>
                <a:lnTo>
                  <a:pt x="5712756" y="8747882"/>
                </a:lnTo>
                <a:lnTo>
                  <a:pt x="57127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02352" y="1592324"/>
            <a:ext cx="5862104" cy="8976578"/>
          </a:xfrm>
          <a:custGeom>
            <a:avLst/>
            <a:gdLst/>
            <a:ahLst/>
            <a:cxnLst/>
            <a:rect l="l" t="t" r="r" b="b"/>
            <a:pathLst>
              <a:path w="5862104" h="8976578">
                <a:moveTo>
                  <a:pt x="0" y="0"/>
                </a:moveTo>
                <a:lnTo>
                  <a:pt x="5862104" y="0"/>
                </a:lnTo>
                <a:lnTo>
                  <a:pt x="5862104" y="8976578"/>
                </a:lnTo>
                <a:lnTo>
                  <a:pt x="0" y="8976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6598" y="9425712"/>
            <a:ext cx="21681195" cy="2286381"/>
          </a:xfrm>
          <a:custGeom>
            <a:avLst/>
            <a:gdLst/>
            <a:ahLst/>
            <a:cxnLst/>
            <a:rect l="l" t="t" r="r" b="b"/>
            <a:pathLst>
              <a:path w="21681195" h="2286381">
                <a:moveTo>
                  <a:pt x="0" y="0"/>
                </a:moveTo>
                <a:lnTo>
                  <a:pt x="21681196" y="0"/>
                </a:lnTo>
                <a:lnTo>
                  <a:pt x="21681196" y="2286380"/>
                </a:lnTo>
                <a:lnTo>
                  <a:pt x="0" y="2286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6879" y="-87834"/>
            <a:ext cx="5483142" cy="2228528"/>
          </a:xfrm>
          <a:custGeom>
            <a:avLst/>
            <a:gdLst/>
            <a:ahLst/>
            <a:cxnLst/>
            <a:rect l="l" t="t" r="r" b="b"/>
            <a:pathLst>
              <a:path w="5483142" h="2228528">
                <a:moveTo>
                  <a:pt x="0" y="0"/>
                </a:moveTo>
                <a:lnTo>
                  <a:pt x="5483141" y="0"/>
                </a:lnTo>
                <a:lnTo>
                  <a:pt x="5483141" y="2228528"/>
                </a:lnTo>
                <a:lnTo>
                  <a:pt x="0" y="2228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793857" y="-563707"/>
            <a:ext cx="5131885" cy="2085766"/>
          </a:xfrm>
          <a:custGeom>
            <a:avLst/>
            <a:gdLst/>
            <a:ahLst/>
            <a:cxnLst/>
            <a:rect l="l" t="t" r="r" b="b"/>
            <a:pathLst>
              <a:path w="5131885" h="2085766">
                <a:moveTo>
                  <a:pt x="0" y="0"/>
                </a:moveTo>
                <a:lnTo>
                  <a:pt x="5131886" y="0"/>
                </a:lnTo>
                <a:lnTo>
                  <a:pt x="5131886" y="2085766"/>
                </a:lnTo>
                <a:lnTo>
                  <a:pt x="0" y="2085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7463132" y="-270798"/>
            <a:ext cx="4584085" cy="1863122"/>
          </a:xfrm>
          <a:custGeom>
            <a:avLst/>
            <a:gdLst/>
            <a:ahLst/>
            <a:cxnLst/>
            <a:rect l="l" t="t" r="r" b="b"/>
            <a:pathLst>
              <a:path w="4584085" h="1863122">
                <a:moveTo>
                  <a:pt x="4584086" y="0"/>
                </a:moveTo>
                <a:lnTo>
                  <a:pt x="0" y="0"/>
                </a:lnTo>
                <a:lnTo>
                  <a:pt x="0" y="1863122"/>
                </a:lnTo>
                <a:lnTo>
                  <a:pt x="4584086" y="1863122"/>
                </a:lnTo>
                <a:lnTo>
                  <a:pt x="45840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867562" y="1177613"/>
            <a:ext cx="12552877" cy="6920563"/>
            <a:chOff x="0" y="0"/>
            <a:chExt cx="3624797" cy="19983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24797" cy="1998397"/>
            </a:xfrm>
            <a:custGeom>
              <a:avLst/>
              <a:gdLst/>
              <a:ahLst/>
              <a:cxnLst/>
              <a:rect l="l" t="t" r="r" b="b"/>
              <a:pathLst>
                <a:path w="3624797" h="1998397">
                  <a:moveTo>
                    <a:pt x="16652" y="0"/>
                  </a:moveTo>
                  <a:lnTo>
                    <a:pt x="3608144" y="0"/>
                  </a:lnTo>
                  <a:cubicBezTo>
                    <a:pt x="3617341" y="0"/>
                    <a:pt x="3624797" y="7455"/>
                    <a:pt x="3624797" y="16652"/>
                  </a:cubicBezTo>
                  <a:lnTo>
                    <a:pt x="3624797" y="1981745"/>
                  </a:lnTo>
                  <a:cubicBezTo>
                    <a:pt x="3624797" y="1986162"/>
                    <a:pt x="3623042" y="1990397"/>
                    <a:pt x="3619919" y="1993520"/>
                  </a:cubicBezTo>
                  <a:cubicBezTo>
                    <a:pt x="3616796" y="1996643"/>
                    <a:pt x="3612561" y="1998397"/>
                    <a:pt x="3608144" y="1998397"/>
                  </a:cubicBezTo>
                  <a:lnTo>
                    <a:pt x="16652" y="1998397"/>
                  </a:lnTo>
                  <a:cubicBezTo>
                    <a:pt x="7455" y="1998397"/>
                    <a:pt x="0" y="1990942"/>
                    <a:pt x="0" y="1981745"/>
                  </a:cubicBezTo>
                  <a:lnTo>
                    <a:pt x="0" y="16652"/>
                  </a:lnTo>
                  <a:cubicBezTo>
                    <a:pt x="0" y="7455"/>
                    <a:pt x="7455" y="0"/>
                    <a:pt x="16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624797" cy="20460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35650" y="1618165"/>
            <a:ext cx="12216699" cy="150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2294"/>
              </a:lnSpc>
              <a:spcBef>
                <a:spcPct val="0"/>
              </a:spcBef>
            </a:pPr>
            <a:r>
              <a:rPr lang="en-US" sz="8781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SUGGESTED  SOLUTIONS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956149" y="6717524"/>
            <a:ext cx="4159002" cy="4324104"/>
          </a:xfrm>
          <a:custGeom>
            <a:avLst/>
            <a:gdLst/>
            <a:ahLst/>
            <a:cxnLst/>
            <a:rect l="l" t="t" r="r" b="b"/>
            <a:pathLst>
              <a:path w="4159002" h="4324104">
                <a:moveTo>
                  <a:pt x="4159002" y="0"/>
                </a:moveTo>
                <a:lnTo>
                  <a:pt x="0" y="0"/>
                </a:lnTo>
                <a:lnTo>
                  <a:pt x="0" y="4324104"/>
                </a:lnTo>
                <a:lnTo>
                  <a:pt x="4159002" y="4324104"/>
                </a:lnTo>
                <a:lnTo>
                  <a:pt x="415900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2047218" y="6450811"/>
            <a:ext cx="5127911" cy="4857530"/>
          </a:xfrm>
          <a:custGeom>
            <a:avLst/>
            <a:gdLst/>
            <a:ahLst/>
            <a:cxnLst/>
            <a:rect l="l" t="t" r="r" b="b"/>
            <a:pathLst>
              <a:path w="5127911" h="4857530">
                <a:moveTo>
                  <a:pt x="5127911" y="0"/>
                </a:moveTo>
                <a:lnTo>
                  <a:pt x="0" y="0"/>
                </a:lnTo>
                <a:lnTo>
                  <a:pt x="0" y="4857530"/>
                </a:lnTo>
                <a:lnTo>
                  <a:pt x="5127911" y="4857530"/>
                </a:lnTo>
                <a:lnTo>
                  <a:pt x="512791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966447">
            <a:off x="3198645" y="552576"/>
            <a:ext cx="709585" cy="1275398"/>
          </a:xfrm>
          <a:custGeom>
            <a:avLst/>
            <a:gdLst/>
            <a:ahLst/>
            <a:cxnLst/>
            <a:rect l="l" t="t" r="r" b="b"/>
            <a:pathLst>
              <a:path w="709585" h="1275398">
                <a:moveTo>
                  <a:pt x="0" y="0"/>
                </a:moveTo>
                <a:lnTo>
                  <a:pt x="709586" y="0"/>
                </a:lnTo>
                <a:lnTo>
                  <a:pt x="709586" y="1275398"/>
                </a:lnTo>
                <a:lnTo>
                  <a:pt x="0" y="12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966447">
            <a:off x="14256381" y="391001"/>
            <a:ext cx="709585" cy="1275398"/>
          </a:xfrm>
          <a:custGeom>
            <a:avLst/>
            <a:gdLst/>
            <a:ahLst/>
            <a:cxnLst/>
            <a:rect l="l" t="t" r="r" b="b"/>
            <a:pathLst>
              <a:path w="709585" h="1275398">
                <a:moveTo>
                  <a:pt x="0" y="0"/>
                </a:moveTo>
                <a:lnTo>
                  <a:pt x="709585" y="0"/>
                </a:lnTo>
                <a:lnTo>
                  <a:pt x="709585" y="1275398"/>
                </a:lnTo>
                <a:lnTo>
                  <a:pt x="0" y="12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035650" y="3283335"/>
            <a:ext cx="11282177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traffic management to reduce congestion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59603" y="3986835"/>
            <a:ext cx="948037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green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spaces to absorb pollutants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35650" y="4686823"/>
            <a:ext cx="1206935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Install re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al-time monitoring stations for better control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59603" y="5449744"/>
            <a:ext cx="975359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clean energy and electric vehicles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74488" y="6112996"/>
            <a:ext cx="11033783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Raise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public awareness about avoiding outdoor </a:t>
            </a:r>
          </a:p>
          <a:p>
            <a:pPr algn="ctr">
              <a:lnSpc>
                <a:spcPts val="4759"/>
              </a:lnSpc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activity during polluted hours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05763" y="2029854"/>
            <a:ext cx="1230102" cy="1544648"/>
          </a:xfrm>
          <a:custGeom>
            <a:avLst/>
            <a:gdLst/>
            <a:ahLst/>
            <a:cxnLst/>
            <a:rect l="l" t="t" r="r" b="b"/>
            <a:pathLst>
              <a:path w="1230102" h="1544648">
                <a:moveTo>
                  <a:pt x="0" y="0"/>
                </a:moveTo>
                <a:lnTo>
                  <a:pt x="1230102" y="0"/>
                </a:lnTo>
                <a:lnTo>
                  <a:pt x="1230102" y="1544648"/>
                </a:lnTo>
                <a:lnTo>
                  <a:pt x="0" y="1544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533086" y="5581931"/>
            <a:ext cx="21621080" cy="3882005"/>
          </a:xfrm>
          <a:custGeom>
            <a:avLst/>
            <a:gdLst/>
            <a:ahLst/>
            <a:cxnLst/>
            <a:rect l="l" t="t" r="r" b="b"/>
            <a:pathLst>
              <a:path w="21621080" h="3882005">
                <a:moveTo>
                  <a:pt x="0" y="0"/>
                </a:moveTo>
                <a:lnTo>
                  <a:pt x="21621079" y="0"/>
                </a:lnTo>
                <a:lnTo>
                  <a:pt x="21621079" y="3882005"/>
                </a:lnTo>
                <a:lnTo>
                  <a:pt x="0" y="3882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20814" y="2449753"/>
            <a:ext cx="11404129" cy="313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5705"/>
              </a:lnSpc>
              <a:spcBef>
                <a:spcPct val="0"/>
              </a:spcBef>
            </a:pPr>
            <a:r>
              <a:rPr lang="en-US" sz="18360" u="none" strike="noStrike">
                <a:solidFill>
                  <a:srgbClr val="000000"/>
                </a:solidFill>
                <a:latin typeface="Balabeloo"/>
                <a:ea typeface="Balabeloo"/>
                <a:cs typeface="Balabeloo"/>
                <a:sym typeface="Balabeloo"/>
              </a:rPr>
              <a:t>THANK YOU 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4052135" y="2029854"/>
            <a:ext cx="1230102" cy="1544648"/>
          </a:xfrm>
          <a:custGeom>
            <a:avLst/>
            <a:gdLst/>
            <a:ahLst/>
            <a:cxnLst/>
            <a:rect l="l" t="t" r="r" b="b"/>
            <a:pathLst>
              <a:path w="1230102" h="1544648">
                <a:moveTo>
                  <a:pt x="1230102" y="0"/>
                </a:moveTo>
                <a:lnTo>
                  <a:pt x="0" y="0"/>
                </a:lnTo>
                <a:lnTo>
                  <a:pt x="0" y="1544648"/>
                </a:lnTo>
                <a:lnTo>
                  <a:pt x="1230102" y="1544648"/>
                </a:lnTo>
                <a:lnTo>
                  <a:pt x="12301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75378" y="9305994"/>
            <a:ext cx="21681195" cy="2286381"/>
          </a:xfrm>
          <a:custGeom>
            <a:avLst/>
            <a:gdLst/>
            <a:ahLst/>
            <a:cxnLst/>
            <a:rect l="l" t="t" r="r" b="b"/>
            <a:pathLst>
              <a:path w="21681195" h="2286381">
                <a:moveTo>
                  <a:pt x="0" y="0"/>
                </a:moveTo>
                <a:lnTo>
                  <a:pt x="21681195" y="0"/>
                </a:lnTo>
                <a:lnTo>
                  <a:pt x="21681195" y="2286380"/>
                </a:lnTo>
                <a:lnTo>
                  <a:pt x="0" y="2286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67186" y="423101"/>
            <a:ext cx="4016343" cy="1632373"/>
          </a:xfrm>
          <a:custGeom>
            <a:avLst/>
            <a:gdLst/>
            <a:ahLst/>
            <a:cxnLst/>
            <a:rect l="l" t="t" r="r" b="b"/>
            <a:pathLst>
              <a:path w="4016343" h="1632373">
                <a:moveTo>
                  <a:pt x="0" y="0"/>
                </a:moveTo>
                <a:lnTo>
                  <a:pt x="4016343" y="0"/>
                </a:lnTo>
                <a:lnTo>
                  <a:pt x="4016343" y="1632373"/>
                </a:lnTo>
                <a:lnTo>
                  <a:pt x="0" y="16323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764336" y="603975"/>
            <a:ext cx="4549288" cy="1848980"/>
          </a:xfrm>
          <a:custGeom>
            <a:avLst/>
            <a:gdLst/>
            <a:ahLst/>
            <a:cxnLst/>
            <a:rect l="l" t="t" r="r" b="b"/>
            <a:pathLst>
              <a:path w="4549288" h="1848980">
                <a:moveTo>
                  <a:pt x="0" y="0"/>
                </a:moveTo>
                <a:lnTo>
                  <a:pt x="4549288" y="0"/>
                </a:lnTo>
                <a:lnTo>
                  <a:pt x="4549288" y="1848980"/>
                </a:lnTo>
                <a:lnTo>
                  <a:pt x="0" y="1848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423101"/>
            <a:ext cx="2029854" cy="2029854"/>
          </a:xfrm>
          <a:custGeom>
            <a:avLst/>
            <a:gdLst/>
            <a:ahLst/>
            <a:cxnLst/>
            <a:rect l="l" t="t" r="r" b="b"/>
            <a:pathLst>
              <a:path w="2029854" h="2029854">
                <a:moveTo>
                  <a:pt x="0" y="0"/>
                </a:moveTo>
                <a:lnTo>
                  <a:pt x="2029854" y="0"/>
                </a:lnTo>
                <a:lnTo>
                  <a:pt x="2029854" y="2029854"/>
                </a:lnTo>
                <a:lnTo>
                  <a:pt x="0" y="2029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73177" y="3574502"/>
            <a:ext cx="3516039" cy="6014607"/>
          </a:xfrm>
          <a:custGeom>
            <a:avLst/>
            <a:gdLst/>
            <a:ahLst/>
            <a:cxnLst/>
            <a:rect l="l" t="t" r="r" b="b"/>
            <a:pathLst>
              <a:path w="3516039" h="6014607">
                <a:moveTo>
                  <a:pt x="0" y="0"/>
                </a:moveTo>
                <a:lnTo>
                  <a:pt x="3516039" y="0"/>
                </a:lnTo>
                <a:lnTo>
                  <a:pt x="3516039" y="6014607"/>
                </a:lnTo>
                <a:lnTo>
                  <a:pt x="0" y="6014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387148" y="4843816"/>
            <a:ext cx="2700845" cy="4620120"/>
          </a:xfrm>
          <a:custGeom>
            <a:avLst/>
            <a:gdLst/>
            <a:ahLst/>
            <a:cxnLst/>
            <a:rect l="l" t="t" r="r" b="b"/>
            <a:pathLst>
              <a:path w="2700845" h="4620120">
                <a:moveTo>
                  <a:pt x="0" y="0"/>
                </a:moveTo>
                <a:lnTo>
                  <a:pt x="2700845" y="0"/>
                </a:lnTo>
                <a:lnTo>
                  <a:pt x="2700845" y="4620120"/>
                </a:lnTo>
                <a:lnTo>
                  <a:pt x="0" y="46201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513604" y="4968988"/>
            <a:ext cx="5913686" cy="6402613"/>
          </a:xfrm>
          <a:custGeom>
            <a:avLst/>
            <a:gdLst/>
            <a:ahLst/>
            <a:cxnLst/>
            <a:rect l="l" t="t" r="r" b="b"/>
            <a:pathLst>
              <a:path w="5913686" h="6402613">
                <a:moveTo>
                  <a:pt x="0" y="0"/>
                </a:moveTo>
                <a:lnTo>
                  <a:pt x="5913686" y="0"/>
                </a:lnTo>
                <a:lnTo>
                  <a:pt x="5913686" y="6402613"/>
                </a:lnTo>
                <a:lnTo>
                  <a:pt x="0" y="64026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1575378" y="4625604"/>
            <a:ext cx="9884977" cy="5661396"/>
          </a:xfrm>
          <a:custGeom>
            <a:avLst/>
            <a:gdLst/>
            <a:ahLst/>
            <a:cxnLst/>
            <a:rect l="l" t="t" r="r" b="b"/>
            <a:pathLst>
              <a:path w="9884977" h="5661396">
                <a:moveTo>
                  <a:pt x="0" y="0"/>
                </a:moveTo>
                <a:lnTo>
                  <a:pt x="9884977" y="0"/>
                </a:lnTo>
                <a:lnTo>
                  <a:pt x="9884977" y="5661396"/>
                </a:lnTo>
                <a:lnTo>
                  <a:pt x="0" y="56613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860</Words>
  <Application>Microsoft Office PowerPoint</Application>
  <PresentationFormat>Custom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Balabeloo</vt:lpstr>
      <vt:lpstr>Glacial Indifference Bold</vt:lpstr>
      <vt:lpstr>Canva Sans Bold</vt:lpstr>
      <vt:lpstr>Glacial Indifference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Free of</dc:title>
  <cp:lastModifiedBy>Mariam Tarek</cp:lastModifiedBy>
  <cp:revision>2</cp:revision>
  <dcterms:created xsi:type="dcterms:W3CDTF">2006-08-16T00:00:00Z</dcterms:created>
  <dcterms:modified xsi:type="dcterms:W3CDTF">2025-09-15T21:12:33Z</dcterms:modified>
  <dc:identifier>DAGzD6_EHoc</dc:identifier>
</cp:coreProperties>
</file>